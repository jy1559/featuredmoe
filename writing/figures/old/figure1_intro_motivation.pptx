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25" d="100"/>
          <a:sy n="125" d="100"/>
        </p:scale>
        <p:origin x="1592" y="1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83861"/>
            <a:ext cx="9144000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36605"/>
            <a:ext cx="9144000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29E-C07B-444D-9786-9BAE948F990F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3FAA-7110-45BE-B744-D3B5884F3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951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29E-C07B-444D-9786-9BAE948F990F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3FAA-7110-45BE-B744-D3B5884F3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797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346419"/>
            <a:ext cx="10515600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14203"/>
            <a:ext cx="10515600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29E-C07B-444D-9786-9BAE948F990F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3FAA-7110-45BE-B744-D3B5884F3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69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37680"/>
            <a:ext cx="5181600" cy="34266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37680"/>
            <a:ext cx="5181600" cy="34266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29E-C07B-444D-9786-9BAE948F990F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3FAA-7110-45BE-B744-D3B5884F3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074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87536"/>
            <a:ext cx="10515600" cy="104388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323916"/>
            <a:ext cx="5157787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972747"/>
            <a:ext cx="5157787" cy="29016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23916"/>
            <a:ext cx="5183188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72747"/>
            <a:ext cx="5183188" cy="29016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29E-C07B-444D-9786-9BAE948F990F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3FAA-7110-45BE-B744-D3B5884F3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73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29E-C07B-444D-9786-9BAE948F990F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3FAA-7110-45BE-B744-D3B5884F3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644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29E-C07B-444D-9786-9BAE948F990F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3FAA-7110-45BE-B744-D3B5884F3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466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0045"/>
            <a:ext cx="3932237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77597"/>
            <a:ext cx="617220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20202"/>
            <a:ext cx="3932237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29E-C07B-444D-9786-9BAE948F990F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3FAA-7110-45BE-B744-D3B5884F3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6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0045"/>
            <a:ext cx="3932237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77597"/>
            <a:ext cx="617220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20202"/>
            <a:ext cx="3932237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29E-C07B-444D-9786-9BAE948F990F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3FAA-7110-45BE-B744-D3B5884F3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428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29E-C07B-444D-9786-9BAE948F990F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3FAA-7110-45BE-B744-D3B5884F3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189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87536"/>
            <a:ext cx="2628900" cy="45768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87536"/>
            <a:ext cx="7734300" cy="45768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29E-C07B-444D-9786-9BAE948F990F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3FAA-7110-45BE-B744-D3B5884F3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521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87536"/>
            <a:ext cx="10515600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37680"/>
            <a:ext cx="10515600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005626"/>
            <a:ext cx="27432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DC29E-C07B-444D-9786-9BAE948F990F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005626"/>
            <a:ext cx="41148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005626"/>
            <a:ext cx="27432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B3FAA-7110-45BE-B744-D3B5884F3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636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20090" rtl="0" eaLnBrk="1" latinLnBrk="1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1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1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804FC0F-2504-D08A-66CB-7E3A8600495A}"/>
              </a:ext>
            </a:extLst>
          </p:cNvPr>
          <p:cNvSpPr/>
          <p:nvPr/>
        </p:nvSpPr>
        <p:spPr>
          <a:xfrm>
            <a:off x="195147" y="2371415"/>
            <a:ext cx="3780000" cy="2766037"/>
          </a:xfrm>
          <a:prstGeom prst="roundRect">
            <a:avLst>
              <a:gd name="adj" fmla="val 4525"/>
            </a:avLst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0B3B990-C62C-102C-2AB8-2883B89A3DBD}"/>
              </a:ext>
            </a:extLst>
          </p:cNvPr>
          <p:cNvSpPr/>
          <p:nvPr/>
        </p:nvSpPr>
        <p:spPr>
          <a:xfrm>
            <a:off x="218643" y="3195713"/>
            <a:ext cx="2634752" cy="513291"/>
          </a:xfrm>
          <a:prstGeom prst="roundRect">
            <a:avLst>
              <a:gd name="adj" fmla="val 46454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time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8E2797-7238-3171-1FB4-C87C355553A0}"/>
              </a:ext>
            </a:extLst>
          </p:cNvPr>
          <p:cNvSpPr/>
          <p:nvPr/>
        </p:nvSpPr>
        <p:spPr>
          <a:xfrm>
            <a:off x="218643" y="3835098"/>
            <a:ext cx="2634752" cy="513291"/>
          </a:xfrm>
          <a:prstGeom prst="roundRect">
            <a:avLst>
              <a:gd name="adj" fmla="val 46454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 taste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0FDF408-CE93-8E1A-1A1C-DC3BA2E8A3FF}"/>
              </a:ext>
            </a:extLst>
          </p:cNvPr>
          <p:cNvSpPr/>
          <p:nvPr/>
        </p:nvSpPr>
        <p:spPr>
          <a:xfrm>
            <a:off x="218643" y="4479865"/>
            <a:ext cx="2634752" cy="513291"/>
          </a:xfrm>
          <a:prstGeom prst="roundRect">
            <a:avLst>
              <a:gd name="adj" fmla="val 46454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behavior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9D17C4C-EA4C-CC46-819A-C02C6B3CC55B}"/>
              </a:ext>
            </a:extLst>
          </p:cNvPr>
          <p:cNvSpPr/>
          <p:nvPr/>
        </p:nvSpPr>
        <p:spPr>
          <a:xfrm>
            <a:off x="3036271" y="3303328"/>
            <a:ext cx="252000" cy="252000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EADD68A-BC8F-2F39-ED8D-7637E9F3E498}"/>
              </a:ext>
            </a:extLst>
          </p:cNvPr>
          <p:cNvSpPr/>
          <p:nvPr/>
        </p:nvSpPr>
        <p:spPr>
          <a:xfrm>
            <a:off x="2311634" y="3389564"/>
            <a:ext cx="1548000" cy="82266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7A9E13F-FA57-BA33-14A0-EE1AEE7498D0}"/>
              </a:ext>
            </a:extLst>
          </p:cNvPr>
          <p:cNvSpPr/>
          <p:nvPr/>
        </p:nvSpPr>
        <p:spPr>
          <a:xfrm>
            <a:off x="3504401" y="3963525"/>
            <a:ext cx="252000" cy="252000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97536E4-DBCA-FFB1-D5EE-485ACD636C4D}"/>
              </a:ext>
            </a:extLst>
          </p:cNvPr>
          <p:cNvSpPr/>
          <p:nvPr/>
        </p:nvSpPr>
        <p:spPr>
          <a:xfrm>
            <a:off x="2311634" y="4048392"/>
            <a:ext cx="1548000" cy="82266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561F650-6888-DAF8-FEB9-C8F6BE816744}"/>
              </a:ext>
            </a:extLst>
          </p:cNvPr>
          <p:cNvSpPr/>
          <p:nvPr/>
        </p:nvSpPr>
        <p:spPr>
          <a:xfrm>
            <a:off x="2659152" y="4623532"/>
            <a:ext cx="252000" cy="252000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0B3089E-BA50-6CB3-2E10-BE2677DBD457}"/>
              </a:ext>
            </a:extLst>
          </p:cNvPr>
          <p:cNvSpPr/>
          <p:nvPr/>
        </p:nvSpPr>
        <p:spPr>
          <a:xfrm>
            <a:off x="2311634" y="4712403"/>
            <a:ext cx="1548000" cy="82266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66DED8D-CBC8-5426-2E00-61287B32FE49}"/>
              </a:ext>
            </a:extLst>
          </p:cNvPr>
          <p:cNvSpPr/>
          <p:nvPr/>
        </p:nvSpPr>
        <p:spPr>
          <a:xfrm>
            <a:off x="375147" y="2547937"/>
            <a:ext cx="3420000" cy="540000"/>
          </a:xfrm>
          <a:prstGeom prst="roundRect">
            <a:avLst>
              <a:gd name="adj" fmla="val 46454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ko-KR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Long-term preference</a:t>
            </a:r>
            <a:endParaRPr lang="ko-KR" alt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EE13912-28D5-8656-C968-B63144DDCC53}"/>
              </a:ext>
            </a:extLst>
          </p:cNvPr>
          <p:cNvSpPr/>
          <p:nvPr/>
        </p:nvSpPr>
        <p:spPr>
          <a:xfrm>
            <a:off x="4206000" y="2371415"/>
            <a:ext cx="3780000" cy="2766037"/>
          </a:xfrm>
          <a:prstGeom prst="roundRect">
            <a:avLst>
              <a:gd name="adj" fmla="val 4525"/>
            </a:avLst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7C37C34-DA6C-7D94-AE3A-5BBCB206E457}"/>
              </a:ext>
            </a:extLst>
          </p:cNvPr>
          <p:cNvSpPr/>
          <p:nvPr/>
        </p:nvSpPr>
        <p:spPr>
          <a:xfrm>
            <a:off x="8216853" y="2373605"/>
            <a:ext cx="3780000" cy="2766037"/>
          </a:xfrm>
          <a:prstGeom prst="roundRect">
            <a:avLst>
              <a:gd name="adj" fmla="val 4525"/>
            </a:avLst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420F6D6-BAB2-D218-5DF7-55ECF5FBDE8B}"/>
              </a:ext>
            </a:extLst>
          </p:cNvPr>
          <p:cNvSpPr/>
          <p:nvPr/>
        </p:nvSpPr>
        <p:spPr>
          <a:xfrm>
            <a:off x="4229496" y="3195713"/>
            <a:ext cx="2634752" cy="513291"/>
          </a:xfrm>
          <a:prstGeom prst="roundRect">
            <a:avLst>
              <a:gd name="adj" fmla="val 46454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time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6E7BF60-E062-5815-1568-F282AC3D39A3}"/>
              </a:ext>
            </a:extLst>
          </p:cNvPr>
          <p:cNvSpPr/>
          <p:nvPr/>
        </p:nvSpPr>
        <p:spPr>
          <a:xfrm>
            <a:off x="4229496" y="3832879"/>
            <a:ext cx="2634752" cy="513291"/>
          </a:xfrm>
          <a:prstGeom prst="roundRect">
            <a:avLst>
              <a:gd name="adj" fmla="val 46454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Topical Focus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11476B7-A823-DBDA-E38B-E66D7929C9D2}"/>
              </a:ext>
            </a:extLst>
          </p:cNvPr>
          <p:cNvSpPr/>
          <p:nvPr/>
        </p:nvSpPr>
        <p:spPr>
          <a:xfrm>
            <a:off x="4229496" y="4479865"/>
            <a:ext cx="2634752" cy="513291"/>
          </a:xfrm>
          <a:prstGeom prst="roundRect">
            <a:avLst>
              <a:gd name="adj" fmla="val 46454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goal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A796558-F9AA-7FD4-5FE5-5ABF21FDFC0B}"/>
              </a:ext>
            </a:extLst>
          </p:cNvPr>
          <p:cNvSpPr/>
          <p:nvPr/>
        </p:nvSpPr>
        <p:spPr>
          <a:xfrm>
            <a:off x="7047124" y="3303328"/>
            <a:ext cx="252000" cy="2520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016EDB0-26B6-5643-BB36-5381CC44FFAA}"/>
              </a:ext>
            </a:extLst>
          </p:cNvPr>
          <p:cNvSpPr/>
          <p:nvPr/>
        </p:nvSpPr>
        <p:spPr>
          <a:xfrm>
            <a:off x="6322487" y="3389564"/>
            <a:ext cx="1548000" cy="82266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8FFAAF2-E691-B7D2-C39E-C0DB9114B3C7}"/>
              </a:ext>
            </a:extLst>
          </p:cNvPr>
          <p:cNvSpPr/>
          <p:nvPr/>
        </p:nvSpPr>
        <p:spPr>
          <a:xfrm>
            <a:off x="7515254" y="3963525"/>
            <a:ext cx="252000" cy="2520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9436603-35E3-1BC1-BADD-8FD7FD3AD0C0}"/>
              </a:ext>
            </a:extLst>
          </p:cNvPr>
          <p:cNvSpPr/>
          <p:nvPr/>
        </p:nvSpPr>
        <p:spPr>
          <a:xfrm>
            <a:off x="6322487" y="4048392"/>
            <a:ext cx="1548000" cy="82266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B1137F0B-EEF1-7DF7-AE7C-2F32C254AA37}"/>
              </a:ext>
            </a:extLst>
          </p:cNvPr>
          <p:cNvSpPr/>
          <p:nvPr/>
        </p:nvSpPr>
        <p:spPr>
          <a:xfrm>
            <a:off x="6670005" y="4623532"/>
            <a:ext cx="252000" cy="2520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4A7F88A-3EA2-65A8-4D4E-F6B8193F9525}"/>
              </a:ext>
            </a:extLst>
          </p:cNvPr>
          <p:cNvSpPr/>
          <p:nvPr/>
        </p:nvSpPr>
        <p:spPr>
          <a:xfrm>
            <a:off x="6322487" y="4712403"/>
            <a:ext cx="1548000" cy="82266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A815F828-4543-324B-189A-5F3A49E66B31}"/>
              </a:ext>
            </a:extLst>
          </p:cNvPr>
          <p:cNvSpPr/>
          <p:nvPr/>
        </p:nvSpPr>
        <p:spPr>
          <a:xfrm>
            <a:off x="4386000" y="2547937"/>
            <a:ext cx="3420000" cy="540000"/>
          </a:xfrm>
          <a:prstGeom prst="roundRect">
            <a:avLst>
              <a:gd name="adj" fmla="val 46454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ko-KR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Intent</a:t>
            </a:r>
            <a:endParaRPr lang="ko-KR" alt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BF2A0E3-7EB7-A7C3-D9AE-CE72158C5451}"/>
              </a:ext>
            </a:extLst>
          </p:cNvPr>
          <p:cNvSpPr/>
          <p:nvPr/>
        </p:nvSpPr>
        <p:spPr>
          <a:xfrm>
            <a:off x="8240349" y="3195713"/>
            <a:ext cx="2634752" cy="513291"/>
          </a:xfrm>
          <a:prstGeom prst="roundRect">
            <a:avLst>
              <a:gd name="adj" fmla="val 46454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time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7882BC5-1EA4-2C9D-792E-2A13EEE8F8CA}"/>
              </a:ext>
            </a:extLst>
          </p:cNvPr>
          <p:cNvSpPr/>
          <p:nvPr/>
        </p:nvSpPr>
        <p:spPr>
          <a:xfrm>
            <a:off x="8240349" y="3833450"/>
            <a:ext cx="2634752" cy="513291"/>
          </a:xfrm>
          <a:prstGeom prst="roundRect">
            <a:avLst>
              <a:gd name="adj" fmla="val 46454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Recent shift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001809F3-7A76-ABE1-5A96-57B30C2C7FB2}"/>
              </a:ext>
            </a:extLst>
          </p:cNvPr>
          <p:cNvSpPr/>
          <p:nvPr/>
        </p:nvSpPr>
        <p:spPr>
          <a:xfrm>
            <a:off x="8240349" y="4479865"/>
            <a:ext cx="2634752" cy="513291"/>
          </a:xfrm>
          <a:prstGeom prst="roundRect">
            <a:avLst>
              <a:gd name="adj" fmla="val 46454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cue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1FA3719C-FEEC-852B-4E8F-5D61B13C1392}"/>
              </a:ext>
            </a:extLst>
          </p:cNvPr>
          <p:cNvSpPr/>
          <p:nvPr/>
        </p:nvSpPr>
        <p:spPr>
          <a:xfrm>
            <a:off x="11057977" y="3303328"/>
            <a:ext cx="252000" cy="252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6029FCA-C93D-C05A-7577-027344B13916}"/>
              </a:ext>
            </a:extLst>
          </p:cNvPr>
          <p:cNvSpPr/>
          <p:nvPr/>
        </p:nvSpPr>
        <p:spPr>
          <a:xfrm>
            <a:off x="10333340" y="3389564"/>
            <a:ext cx="1548000" cy="82266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69923A53-A926-3077-5CBB-A7674401BFC1}"/>
              </a:ext>
            </a:extLst>
          </p:cNvPr>
          <p:cNvSpPr/>
          <p:nvPr/>
        </p:nvSpPr>
        <p:spPr>
          <a:xfrm>
            <a:off x="11526107" y="3963525"/>
            <a:ext cx="252000" cy="252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7F4E29B-90A0-C9ED-D94E-E2D0B275B8E7}"/>
              </a:ext>
            </a:extLst>
          </p:cNvPr>
          <p:cNvSpPr/>
          <p:nvPr/>
        </p:nvSpPr>
        <p:spPr>
          <a:xfrm>
            <a:off x="10333340" y="4048392"/>
            <a:ext cx="1548000" cy="82266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883C66E6-E54A-DB1A-92EA-B456A9032478}"/>
              </a:ext>
            </a:extLst>
          </p:cNvPr>
          <p:cNvSpPr/>
          <p:nvPr/>
        </p:nvSpPr>
        <p:spPr>
          <a:xfrm>
            <a:off x="10680858" y="4623532"/>
            <a:ext cx="252000" cy="252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C2AAE98-70D2-4156-1796-76344F5F2D92}"/>
              </a:ext>
            </a:extLst>
          </p:cNvPr>
          <p:cNvSpPr/>
          <p:nvPr/>
        </p:nvSpPr>
        <p:spPr>
          <a:xfrm>
            <a:off x="10333340" y="4712403"/>
            <a:ext cx="1548000" cy="82266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B0F5E01-08E9-31B7-5058-731DFE9CF37E}"/>
              </a:ext>
            </a:extLst>
          </p:cNvPr>
          <p:cNvSpPr/>
          <p:nvPr/>
        </p:nvSpPr>
        <p:spPr>
          <a:xfrm>
            <a:off x="8396853" y="2547937"/>
            <a:ext cx="3420000" cy="540000"/>
          </a:xfrm>
          <a:prstGeom prst="roundRect">
            <a:avLst>
              <a:gd name="adj" fmla="val 4645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ko-KR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Immediate interest</a:t>
            </a:r>
            <a:endParaRPr lang="ko-KR" alt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그래픽 51" descr="축구공 단색으로 채워진">
            <a:extLst>
              <a:ext uri="{FF2B5EF4-FFF2-40B4-BE49-F238E27FC236}">
                <a16:creationId xmlns:a16="http://schemas.microsoft.com/office/drawing/2014/main" id="{F3F58411-BAAE-9AC5-154A-294B394F99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71100" y="639019"/>
            <a:ext cx="1116000" cy="1116000"/>
          </a:xfrm>
          <a:prstGeom prst="rect">
            <a:avLst/>
          </a:prstGeom>
        </p:spPr>
      </p:pic>
      <p:pic>
        <p:nvPicPr>
          <p:cNvPr id="53" name="그래픽 52" descr="장화 단색으로 채워진">
            <a:extLst>
              <a:ext uri="{FF2B5EF4-FFF2-40B4-BE49-F238E27FC236}">
                <a16:creationId xmlns:a16="http://schemas.microsoft.com/office/drawing/2014/main" id="{110B2CBA-5324-DE4D-72DB-DAE1045E65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6334" y="667388"/>
            <a:ext cx="1116000" cy="1116000"/>
          </a:xfrm>
          <a:prstGeom prst="rect">
            <a:avLst/>
          </a:prstGeom>
        </p:spPr>
      </p:pic>
      <p:pic>
        <p:nvPicPr>
          <p:cNvPr id="54" name="그래픽 53" descr="야구 모자 단색으로 채워진">
            <a:extLst>
              <a:ext uri="{FF2B5EF4-FFF2-40B4-BE49-F238E27FC236}">
                <a16:creationId xmlns:a16="http://schemas.microsoft.com/office/drawing/2014/main" id="{2AAA208F-1775-956A-B299-9CD03F7C3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9575" y="643248"/>
            <a:ext cx="1116000" cy="1116000"/>
          </a:xfrm>
          <a:prstGeom prst="rect">
            <a:avLst/>
          </a:prstGeom>
        </p:spPr>
      </p:pic>
      <p:pic>
        <p:nvPicPr>
          <p:cNvPr id="55" name="그래픽 54" descr="타원 단색으로 채워진">
            <a:extLst>
              <a:ext uri="{FF2B5EF4-FFF2-40B4-BE49-F238E27FC236}">
                <a16:creationId xmlns:a16="http://schemas.microsoft.com/office/drawing/2014/main" id="{5AF26AD9-2FE3-F21B-7564-8A28E1D504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4159" y="711750"/>
            <a:ext cx="987416" cy="987416"/>
          </a:xfrm>
          <a:prstGeom prst="rect">
            <a:avLst/>
          </a:prstGeom>
        </p:spPr>
      </p:pic>
      <p:pic>
        <p:nvPicPr>
          <p:cNvPr id="56" name="그래픽 55" descr="축구공 단색으로 채워진">
            <a:extLst>
              <a:ext uri="{FF2B5EF4-FFF2-40B4-BE49-F238E27FC236}">
                <a16:creationId xmlns:a16="http://schemas.microsoft.com/office/drawing/2014/main" id="{41F15D23-224A-E5E9-99E7-799260A87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71582" y="688000"/>
            <a:ext cx="1008061" cy="1008061"/>
          </a:xfrm>
          <a:prstGeom prst="rect">
            <a:avLst/>
          </a:prstGeom>
        </p:spPr>
      </p:pic>
      <p:pic>
        <p:nvPicPr>
          <p:cNvPr id="57" name="그래픽 56" descr="일렉트릭 기타 단색으로 채워진">
            <a:extLst>
              <a:ext uri="{FF2B5EF4-FFF2-40B4-BE49-F238E27FC236}">
                <a16:creationId xmlns:a16="http://schemas.microsoft.com/office/drawing/2014/main" id="{54337AEB-F34E-B6D2-278B-0F4D36835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2160" y="593868"/>
            <a:ext cx="1116000" cy="1116000"/>
          </a:xfrm>
          <a:prstGeom prst="rect">
            <a:avLst/>
          </a:prstGeom>
        </p:spPr>
      </p:pic>
      <p:pic>
        <p:nvPicPr>
          <p:cNvPr id="58" name="그래픽 57" descr="이어폰 단색으로 채워진">
            <a:extLst>
              <a:ext uri="{FF2B5EF4-FFF2-40B4-BE49-F238E27FC236}">
                <a16:creationId xmlns:a16="http://schemas.microsoft.com/office/drawing/2014/main" id="{3160BE75-8A1C-7C47-707A-31D1AA1C96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1245" y="688000"/>
            <a:ext cx="1116000" cy="1116000"/>
          </a:xfrm>
          <a:prstGeom prst="rect">
            <a:avLst/>
          </a:prstGeom>
        </p:spPr>
      </p:pic>
      <p:pic>
        <p:nvPicPr>
          <p:cNvPr id="59" name="그래픽 58" descr="물음표 단색으로 채워진">
            <a:extLst>
              <a:ext uri="{FF2B5EF4-FFF2-40B4-BE49-F238E27FC236}">
                <a16:creationId xmlns:a16="http://schemas.microsoft.com/office/drawing/2014/main" id="{1A5357D6-545F-5E05-D317-C459C945CC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76378" y="578200"/>
            <a:ext cx="1116000" cy="1116000"/>
          </a:xfrm>
          <a:prstGeom prst="rect">
            <a:avLst/>
          </a:prstGeom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A3E5AD96-8B03-88E4-F6CD-C5FCD99BC15F}"/>
              </a:ext>
            </a:extLst>
          </p:cNvPr>
          <p:cNvCxnSpPr>
            <a:cxnSpLocks/>
          </p:cNvCxnSpPr>
          <p:nvPr/>
        </p:nvCxnSpPr>
        <p:spPr>
          <a:xfrm>
            <a:off x="6209167" y="665458"/>
            <a:ext cx="0" cy="1080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84EAB5B6-06F0-2FD5-E507-6C12C617A48A}"/>
              </a:ext>
            </a:extLst>
          </p:cNvPr>
          <p:cNvSpPr/>
          <p:nvPr/>
        </p:nvSpPr>
        <p:spPr>
          <a:xfrm>
            <a:off x="1352666" y="552902"/>
            <a:ext cx="4707010" cy="1260000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0FF5DDE-CFE2-9382-B8F3-6047720AB340}"/>
              </a:ext>
            </a:extLst>
          </p:cNvPr>
          <p:cNvSpPr/>
          <p:nvPr/>
        </p:nvSpPr>
        <p:spPr>
          <a:xfrm>
            <a:off x="6376851" y="562030"/>
            <a:ext cx="4342633" cy="12600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3" name="그래픽 62" descr="스피커 단색으로 채워진">
            <a:extLst>
              <a:ext uri="{FF2B5EF4-FFF2-40B4-BE49-F238E27FC236}">
                <a16:creationId xmlns:a16="http://schemas.microsoft.com/office/drawing/2014/main" id="{5E72F13E-07F7-7528-4460-C4B1994DB7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59065" y="593868"/>
            <a:ext cx="1116000" cy="1116000"/>
          </a:xfrm>
          <a:prstGeom prst="rect">
            <a:avLst/>
          </a:prstGeom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F603C91-95E9-CAAF-D167-7BFE22655B85}"/>
              </a:ext>
            </a:extLst>
          </p:cNvPr>
          <p:cNvSpPr/>
          <p:nvPr/>
        </p:nvSpPr>
        <p:spPr>
          <a:xfrm>
            <a:off x="8479643" y="673204"/>
            <a:ext cx="2127024" cy="1080000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5" name="그래픽 64" descr="사용자 단색으로 채워진">
            <a:extLst>
              <a:ext uri="{FF2B5EF4-FFF2-40B4-BE49-F238E27FC236}">
                <a16:creationId xmlns:a16="http://schemas.microsoft.com/office/drawing/2014/main" id="{ACD032DD-2515-6059-11F3-43F02014A2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213" y="513024"/>
            <a:ext cx="1116000" cy="1116000"/>
          </a:xfrm>
          <a:prstGeom prst="rect">
            <a:avLst/>
          </a:prstGeom>
        </p:spPr>
      </p:pic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81E67296-698C-D246-104E-24996B08A5F8}"/>
              </a:ext>
            </a:extLst>
          </p:cNvPr>
          <p:cNvCxnSpPr>
            <a:cxnSpLocks/>
          </p:cNvCxnSpPr>
          <p:nvPr/>
        </p:nvCxnSpPr>
        <p:spPr>
          <a:xfrm>
            <a:off x="3725921" y="665458"/>
            <a:ext cx="0" cy="1080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B576E945-1FBE-BB74-6F51-63F71B38E096}"/>
              </a:ext>
            </a:extLst>
          </p:cNvPr>
          <p:cNvSpPr/>
          <p:nvPr/>
        </p:nvSpPr>
        <p:spPr>
          <a:xfrm>
            <a:off x="6460502" y="631388"/>
            <a:ext cx="4258981" cy="1152000"/>
          </a:xfrm>
          <a:prstGeom prst="roundRect">
            <a:avLst/>
          </a:prstGeom>
          <a:noFill/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8402459F-113B-951E-80FB-56EA2164AB83}"/>
              </a:ext>
            </a:extLst>
          </p:cNvPr>
          <p:cNvSpPr/>
          <p:nvPr/>
        </p:nvSpPr>
        <p:spPr>
          <a:xfrm>
            <a:off x="3829154" y="622692"/>
            <a:ext cx="2172591" cy="1152000"/>
          </a:xfrm>
          <a:prstGeom prst="roundRect">
            <a:avLst/>
          </a:prstGeom>
          <a:noFill/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93EFD318-9268-3E3F-6BA1-568A26B45711}"/>
              </a:ext>
            </a:extLst>
          </p:cNvPr>
          <p:cNvSpPr/>
          <p:nvPr/>
        </p:nvSpPr>
        <p:spPr>
          <a:xfrm>
            <a:off x="1455976" y="622692"/>
            <a:ext cx="2229730" cy="1152000"/>
          </a:xfrm>
          <a:prstGeom prst="roundRect">
            <a:avLst/>
          </a:prstGeom>
          <a:noFill/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2105FB-9753-3773-2A48-421C600DDE70}"/>
              </a:ext>
            </a:extLst>
          </p:cNvPr>
          <p:cNvSpPr txBox="1"/>
          <p:nvPr/>
        </p:nvSpPr>
        <p:spPr>
          <a:xfrm>
            <a:off x="1344907" y="203695"/>
            <a:ext cx="191288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>
                <a:latin typeface="Times New Roman" panose="02020603050405020304" pitchFamily="18" charset="0"/>
                <a:cs typeface="Times New Roman" panose="02020603050405020304" pitchFamily="18" charset="0"/>
              </a:rPr>
              <a:t>Past sessions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EA815D-1B4E-B3BF-26E0-814488B6BB64}"/>
              </a:ext>
            </a:extLst>
          </p:cNvPr>
          <p:cNvSpPr txBox="1"/>
          <p:nvPr/>
        </p:nvSpPr>
        <p:spPr>
          <a:xfrm>
            <a:off x="6319957" y="176543"/>
            <a:ext cx="191288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>
                <a:latin typeface="Times New Roman" panose="02020603050405020304" pitchFamily="18" charset="0"/>
                <a:cs typeface="Times New Roman" panose="02020603050405020304" pitchFamily="18" charset="0"/>
              </a:rPr>
              <a:t>Present session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069D95-9928-3AA1-B1BF-6E3AC3E6CF58}"/>
              </a:ext>
            </a:extLst>
          </p:cNvPr>
          <p:cNvSpPr txBox="1"/>
          <p:nvPr/>
        </p:nvSpPr>
        <p:spPr>
          <a:xfrm>
            <a:off x="8479643" y="219313"/>
            <a:ext cx="293412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>
                <a:latin typeface="Times New Roman" panose="02020603050405020304" pitchFamily="18" charset="0"/>
                <a:cs typeface="Times New Roman" panose="02020603050405020304" pitchFamily="18" charset="0"/>
              </a:rPr>
              <a:t>Recent interaction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3FA23283-B9D1-E1C1-D899-D13E5B7D749A}"/>
              </a:ext>
            </a:extLst>
          </p:cNvPr>
          <p:cNvCxnSpPr>
            <a:cxnSpLocks/>
          </p:cNvCxnSpPr>
          <p:nvPr/>
        </p:nvCxnSpPr>
        <p:spPr>
          <a:xfrm>
            <a:off x="1191213" y="1987409"/>
            <a:ext cx="1080000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A35A6A72-0D26-0458-9A52-6DC3F77DEB23}"/>
              </a:ext>
            </a:extLst>
          </p:cNvPr>
          <p:cNvCxnSpPr>
            <a:cxnSpLocks/>
            <a:stCxn id="61" idx="2"/>
            <a:endCxn id="6" idx="0"/>
          </p:cNvCxnSpPr>
          <p:nvPr/>
        </p:nvCxnSpPr>
        <p:spPr>
          <a:xfrm flipH="1">
            <a:off x="2085147" y="1812902"/>
            <a:ext cx="1621024" cy="558513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A2C9DF4A-33E8-302B-097A-CB1EF9F56D2E}"/>
              </a:ext>
            </a:extLst>
          </p:cNvPr>
          <p:cNvCxnSpPr>
            <a:stCxn id="62" idx="2"/>
            <a:endCxn id="30" idx="0"/>
          </p:cNvCxnSpPr>
          <p:nvPr/>
        </p:nvCxnSpPr>
        <p:spPr>
          <a:xfrm flipH="1">
            <a:off x="6096000" y="1822030"/>
            <a:ext cx="2452168" cy="549385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F0F60725-1B74-27AF-22DC-5747B8166CE4}"/>
              </a:ext>
            </a:extLst>
          </p:cNvPr>
          <p:cNvCxnSpPr>
            <a:stCxn id="64" idx="2"/>
            <a:endCxn id="31" idx="0"/>
          </p:cNvCxnSpPr>
          <p:nvPr/>
        </p:nvCxnSpPr>
        <p:spPr>
          <a:xfrm>
            <a:off x="9543155" y="1753204"/>
            <a:ext cx="563698" cy="62040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144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30</Words>
  <Application>Microsoft Office PowerPoint</Application>
  <PresentationFormat>사용자 지정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송준영</dc:creator>
  <cp:lastModifiedBy>송준영</cp:lastModifiedBy>
  <cp:revision>3</cp:revision>
  <dcterms:created xsi:type="dcterms:W3CDTF">2026-04-08T05:24:05Z</dcterms:created>
  <dcterms:modified xsi:type="dcterms:W3CDTF">2026-04-08T05:34:36Z</dcterms:modified>
</cp:coreProperties>
</file>