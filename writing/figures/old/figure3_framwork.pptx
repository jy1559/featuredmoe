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3357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1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36887"/>
            <a:ext cx="9144000" cy="2205767"/>
          </a:xfrm>
        </p:spPr>
        <p:txBody>
          <a:bodyPr anchor="b"/>
          <a:lstStyle>
            <a:lvl1pPr algn="ctr">
              <a:defRPr sz="554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327716"/>
            <a:ext cx="9144000" cy="1529664"/>
          </a:xfrm>
        </p:spPr>
        <p:txBody>
          <a:bodyPr/>
          <a:lstStyle>
            <a:lvl1pPr marL="0" indent="0" algn="ctr">
              <a:buNone/>
              <a:defRPr sz="2217"/>
            </a:lvl1pPr>
            <a:lvl2pPr marL="422361" indent="0" algn="ctr">
              <a:buNone/>
              <a:defRPr sz="1848"/>
            </a:lvl2pPr>
            <a:lvl3pPr marL="844723" indent="0" algn="ctr">
              <a:buNone/>
              <a:defRPr sz="1663"/>
            </a:lvl3pPr>
            <a:lvl4pPr marL="1267084" indent="0" algn="ctr">
              <a:buNone/>
              <a:defRPr sz="1478"/>
            </a:lvl4pPr>
            <a:lvl5pPr marL="1689445" indent="0" algn="ctr">
              <a:buNone/>
              <a:defRPr sz="1478"/>
            </a:lvl5pPr>
            <a:lvl6pPr marL="2111807" indent="0" algn="ctr">
              <a:buNone/>
              <a:defRPr sz="1478"/>
            </a:lvl6pPr>
            <a:lvl7pPr marL="2534168" indent="0" algn="ctr">
              <a:buNone/>
              <a:defRPr sz="1478"/>
            </a:lvl7pPr>
            <a:lvl8pPr marL="2956530" indent="0" algn="ctr">
              <a:buNone/>
              <a:defRPr sz="1478"/>
            </a:lvl8pPr>
            <a:lvl9pPr marL="3378891" indent="0" algn="ctr">
              <a:buNone/>
              <a:defRPr sz="1478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FD95-BFF0-4EFE-81AB-F3A95C47198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3378-127E-4E0B-97EC-F3A8E7F91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157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FD95-BFF0-4EFE-81AB-F3A95C47198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3378-127E-4E0B-97EC-F3A8E7F91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746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79529"/>
            <a:ext cx="10515600" cy="2635480"/>
          </a:xfrm>
        </p:spPr>
        <p:txBody>
          <a:bodyPr anchor="b"/>
          <a:lstStyle>
            <a:lvl1pPr>
              <a:defRPr sz="554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239942"/>
            <a:ext cx="10515600" cy="1385937"/>
          </a:xfrm>
        </p:spPr>
        <p:txBody>
          <a:bodyPr/>
          <a:lstStyle>
            <a:lvl1pPr marL="0" indent="0">
              <a:buNone/>
              <a:defRPr sz="2217">
                <a:solidFill>
                  <a:schemeClr val="tx1">
                    <a:tint val="82000"/>
                  </a:schemeClr>
                </a:solidFill>
              </a:defRPr>
            </a:lvl1pPr>
            <a:lvl2pPr marL="422361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2pPr>
            <a:lvl3pPr marL="844723" indent="0">
              <a:buNone/>
              <a:defRPr sz="1663">
                <a:solidFill>
                  <a:schemeClr val="tx1">
                    <a:tint val="82000"/>
                  </a:schemeClr>
                </a:solidFill>
              </a:defRPr>
            </a:lvl3pPr>
            <a:lvl4pPr marL="1267084" indent="0">
              <a:buNone/>
              <a:defRPr sz="1478">
                <a:solidFill>
                  <a:schemeClr val="tx1">
                    <a:tint val="82000"/>
                  </a:schemeClr>
                </a:solidFill>
              </a:defRPr>
            </a:lvl4pPr>
            <a:lvl5pPr marL="1689445" indent="0">
              <a:buNone/>
              <a:defRPr sz="1478">
                <a:solidFill>
                  <a:schemeClr val="tx1">
                    <a:tint val="82000"/>
                  </a:schemeClr>
                </a:solidFill>
              </a:defRPr>
            </a:lvl5pPr>
            <a:lvl6pPr marL="2111807" indent="0">
              <a:buNone/>
              <a:defRPr sz="1478">
                <a:solidFill>
                  <a:schemeClr val="tx1">
                    <a:tint val="82000"/>
                  </a:schemeClr>
                </a:solidFill>
              </a:defRPr>
            </a:lvl6pPr>
            <a:lvl7pPr marL="2534168" indent="0">
              <a:buNone/>
              <a:defRPr sz="1478">
                <a:solidFill>
                  <a:schemeClr val="tx1">
                    <a:tint val="82000"/>
                  </a:schemeClr>
                </a:solidFill>
              </a:defRPr>
            </a:lvl7pPr>
            <a:lvl8pPr marL="2956530" indent="0">
              <a:buNone/>
              <a:defRPr sz="1478">
                <a:solidFill>
                  <a:schemeClr val="tx1">
                    <a:tint val="82000"/>
                  </a:schemeClr>
                </a:solidFill>
              </a:defRPr>
            </a:lvl8pPr>
            <a:lvl9pPr marL="3378891" indent="0">
              <a:buNone/>
              <a:defRPr sz="147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FD95-BFF0-4EFE-81AB-F3A95C47198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3378-127E-4E0B-97EC-F3A8E7F91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54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86590"/>
            <a:ext cx="5181600" cy="401995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86590"/>
            <a:ext cx="5181600" cy="401995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FD95-BFF0-4EFE-81AB-F3A95C47198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3378-127E-4E0B-97EC-F3A8E7F91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094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37318"/>
            <a:ext cx="10515600" cy="122461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553130"/>
            <a:ext cx="5157787" cy="761165"/>
          </a:xfrm>
        </p:spPr>
        <p:txBody>
          <a:bodyPr anchor="b"/>
          <a:lstStyle>
            <a:lvl1pPr marL="0" indent="0">
              <a:buNone/>
              <a:defRPr sz="2217" b="1"/>
            </a:lvl1pPr>
            <a:lvl2pPr marL="422361" indent="0">
              <a:buNone/>
              <a:defRPr sz="1848" b="1"/>
            </a:lvl2pPr>
            <a:lvl3pPr marL="844723" indent="0">
              <a:buNone/>
              <a:defRPr sz="1663" b="1"/>
            </a:lvl3pPr>
            <a:lvl4pPr marL="1267084" indent="0">
              <a:buNone/>
              <a:defRPr sz="1478" b="1"/>
            </a:lvl4pPr>
            <a:lvl5pPr marL="1689445" indent="0">
              <a:buNone/>
              <a:defRPr sz="1478" b="1"/>
            </a:lvl5pPr>
            <a:lvl6pPr marL="2111807" indent="0">
              <a:buNone/>
              <a:defRPr sz="1478" b="1"/>
            </a:lvl6pPr>
            <a:lvl7pPr marL="2534168" indent="0">
              <a:buNone/>
              <a:defRPr sz="1478" b="1"/>
            </a:lvl7pPr>
            <a:lvl8pPr marL="2956530" indent="0">
              <a:buNone/>
              <a:defRPr sz="1478" b="1"/>
            </a:lvl8pPr>
            <a:lvl9pPr marL="3378891" indent="0">
              <a:buNone/>
              <a:defRPr sz="147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314295"/>
            <a:ext cx="5157787" cy="34039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53130"/>
            <a:ext cx="5183188" cy="761165"/>
          </a:xfrm>
        </p:spPr>
        <p:txBody>
          <a:bodyPr anchor="b"/>
          <a:lstStyle>
            <a:lvl1pPr marL="0" indent="0">
              <a:buNone/>
              <a:defRPr sz="2217" b="1"/>
            </a:lvl1pPr>
            <a:lvl2pPr marL="422361" indent="0">
              <a:buNone/>
              <a:defRPr sz="1848" b="1"/>
            </a:lvl2pPr>
            <a:lvl3pPr marL="844723" indent="0">
              <a:buNone/>
              <a:defRPr sz="1663" b="1"/>
            </a:lvl3pPr>
            <a:lvl4pPr marL="1267084" indent="0">
              <a:buNone/>
              <a:defRPr sz="1478" b="1"/>
            </a:lvl4pPr>
            <a:lvl5pPr marL="1689445" indent="0">
              <a:buNone/>
              <a:defRPr sz="1478" b="1"/>
            </a:lvl5pPr>
            <a:lvl6pPr marL="2111807" indent="0">
              <a:buNone/>
              <a:defRPr sz="1478" b="1"/>
            </a:lvl6pPr>
            <a:lvl7pPr marL="2534168" indent="0">
              <a:buNone/>
              <a:defRPr sz="1478" b="1"/>
            </a:lvl7pPr>
            <a:lvl8pPr marL="2956530" indent="0">
              <a:buNone/>
              <a:defRPr sz="1478" b="1"/>
            </a:lvl8pPr>
            <a:lvl9pPr marL="3378891" indent="0">
              <a:buNone/>
              <a:defRPr sz="147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14295"/>
            <a:ext cx="5183188" cy="34039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FD95-BFF0-4EFE-81AB-F3A95C47198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3378-127E-4E0B-97EC-F3A8E7F91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809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FD95-BFF0-4EFE-81AB-F3A95C47198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3378-127E-4E0B-97EC-F3A8E7F91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960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FD95-BFF0-4EFE-81AB-F3A95C47198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3378-127E-4E0B-97EC-F3A8E7F91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10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22381"/>
            <a:ext cx="3932237" cy="1478333"/>
          </a:xfrm>
        </p:spPr>
        <p:txBody>
          <a:bodyPr anchor="b"/>
          <a:lstStyle>
            <a:lvl1pPr>
              <a:defRPr sz="295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12226"/>
            <a:ext cx="6172200" cy="4502463"/>
          </a:xfrm>
        </p:spPr>
        <p:txBody>
          <a:bodyPr/>
          <a:lstStyle>
            <a:lvl1pPr>
              <a:defRPr sz="2956"/>
            </a:lvl1pPr>
            <a:lvl2pPr>
              <a:defRPr sz="2587"/>
            </a:lvl2pPr>
            <a:lvl3pPr>
              <a:defRPr sz="2217"/>
            </a:lvl3pPr>
            <a:lvl4pPr>
              <a:defRPr sz="1848"/>
            </a:lvl4pPr>
            <a:lvl5pPr>
              <a:defRPr sz="1848"/>
            </a:lvl5pPr>
            <a:lvl6pPr>
              <a:defRPr sz="1848"/>
            </a:lvl6pPr>
            <a:lvl7pPr>
              <a:defRPr sz="1848"/>
            </a:lvl7pPr>
            <a:lvl8pPr>
              <a:defRPr sz="1848"/>
            </a:lvl8pPr>
            <a:lvl9pPr>
              <a:defRPr sz="184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900714"/>
            <a:ext cx="3932237" cy="3521308"/>
          </a:xfrm>
        </p:spPr>
        <p:txBody>
          <a:bodyPr/>
          <a:lstStyle>
            <a:lvl1pPr marL="0" indent="0">
              <a:buNone/>
              <a:defRPr sz="1478"/>
            </a:lvl1pPr>
            <a:lvl2pPr marL="422361" indent="0">
              <a:buNone/>
              <a:defRPr sz="1293"/>
            </a:lvl2pPr>
            <a:lvl3pPr marL="844723" indent="0">
              <a:buNone/>
              <a:defRPr sz="1109"/>
            </a:lvl3pPr>
            <a:lvl4pPr marL="1267084" indent="0">
              <a:buNone/>
              <a:defRPr sz="924"/>
            </a:lvl4pPr>
            <a:lvl5pPr marL="1689445" indent="0">
              <a:buNone/>
              <a:defRPr sz="924"/>
            </a:lvl5pPr>
            <a:lvl6pPr marL="2111807" indent="0">
              <a:buNone/>
              <a:defRPr sz="924"/>
            </a:lvl6pPr>
            <a:lvl7pPr marL="2534168" indent="0">
              <a:buNone/>
              <a:defRPr sz="924"/>
            </a:lvl7pPr>
            <a:lvl8pPr marL="2956530" indent="0">
              <a:buNone/>
              <a:defRPr sz="924"/>
            </a:lvl8pPr>
            <a:lvl9pPr marL="3378891" indent="0">
              <a:buNone/>
              <a:defRPr sz="92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FD95-BFF0-4EFE-81AB-F3A95C47198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3378-127E-4E0B-97EC-F3A8E7F91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400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22381"/>
            <a:ext cx="3932237" cy="1478333"/>
          </a:xfrm>
        </p:spPr>
        <p:txBody>
          <a:bodyPr anchor="b"/>
          <a:lstStyle>
            <a:lvl1pPr>
              <a:defRPr sz="295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12226"/>
            <a:ext cx="6172200" cy="4502463"/>
          </a:xfrm>
        </p:spPr>
        <p:txBody>
          <a:bodyPr anchor="t"/>
          <a:lstStyle>
            <a:lvl1pPr marL="0" indent="0">
              <a:buNone/>
              <a:defRPr sz="2956"/>
            </a:lvl1pPr>
            <a:lvl2pPr marL="422361" indent="0">
              <a:buNone/>
              <a:defRPr sz="2587"/>
            </a:lvl2pPr>
            <a:lvl3pPr marL="844723" indent="0">
              <a:buNone/>
              <a:defRPr sz="2217"/>
            </a:lvl3pPr>
            <a:lvl4pPr marL="1267084" indent="0">
              <a:buNone/>
              <a:defRPr sz="1848"/>
            </a:lvl4pPr>
            <a:lvl5pPr marL="1689445" indent="0">
              <a:buNone/>
              <a:defRPr sz="1848"/>
            </a:lvl5pPr>
            <a:lvl6pPr marL="2111807" indent="0">
              <a:buNone/>
              <a:defRPr sz="1848"/>
            </a:lvl6pPr>
            <a:lvl7pPr marL="2534168" indent="0">
              <a:buNone/>
              <a:defRPr sz="1848"/>
            </a:lvl7pPr>
            <a:lvl8pPr marL="2956530" indent="0">
              <a:buNone/>
              <a:defRPr sz="1848"/>
            </a:lvl8pPr>
            <a:lvl9pPr marL="3378891" indent="0">
              <a:buNone/>
              <a:defRPr sz="1848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900714"/>
            <a:ext cx="3932237" cy="3521308"/>
          </a:xfrm>
        </p:spPr>
        <p:txBody>
          <a:bodyPr/>
          <a:lstStyle>
            <a:lvl1pPr marL="0" indent="0">
              <a:buNone/>
              <a:defRPr sz="1478"/>
            </a:lvl1pPr>
            <a:lvl2pPr marL="422361" indent="0">
              <a:buNone/>
              <a:defRPr sz="1293"/>
            </a:lvl2pPr>
            <a:lvl3pPr marL="844723" indent="0">
              <a:buNone/>
              <a:defRPr sz="1109"/>
            </a:lvl3pPr>
            <a:lvl4pPr marL="1267084" indent="0">
              <a:buNone/>
              <a:defRPr sz="924"/>
            </a:lvl4pPr>
            <a:lvl5pPr marL="1689445" indent="0">
              <a:buNone/>
              <a:defRPr sz="924"/>
            </a:lvl5pPr>
            <a:lvl6pPr marL="2111807" indent="0">
              <a:buNone/>
              <a:defRPr sz="924"/>
            </a:lvl6pPr>
            <a:lvl7pPr marL="2534168" indent="0">
              <a:buNone/>
              <a:defRPr sz="924"/>
            </a:lvl7pPr>
            <a:lvl8pPr marL="2956530" indent="0">
              <a:buNone/>
              <a:defRPr sz="924"/>
            </a:lvl8pPr>
            <a:lvl9pPr marL="3378891" indent="0">
              <a:buNone/>
              <a:defRPr sz="92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FD95-BFF0-4EFE-81AB-F3A95C47198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3378-127E-4E0B-97EC-F3A8E7F91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499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FD95-BFF0-4EFE-81AB-F3A95C47198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3378-127E-4E0B-97EC-F3A8E7F91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876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37318"/>
            <a:ext cx="2628900" cy="536922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37318"/>
            <a:ext cx="7734300" cy="536922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FD95-BFF0-4EFE-81AB-F3A95C47198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3378-127E-4E0B-97EC-F3A8E7F91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62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37318"/>
            <a:ext cx="10515600" cy="1224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86590"/>
            <a:ext cx="10515600" cy="4019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872268"/>
            <a:ext cx="2743200" cy="3373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11FD95-BFF0-4EFE-81AB-F3A95C471984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872268"/>
            <a:ext cx="4114800" cy="3373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872268"/>
            <a:ext cx="2743200" cy="3373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703378-127E-4E0B-97EC-F3A8E7F919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90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44723" rtl="0" eaLnBrk="1" latinLnBrk="1" hangingPunct="1">
        <a:lnSpc>
          <a:spcPct val="90000"/>
        </a:lnSpc>
        <a:spcBef>
          <a:spcPct val="0"/>
        </a:spcBef>
        <a:buNone/>
        <a:defRPr sz="40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181" indent="-211181" algn="l" defTabSz="844723" rtl="0" eaLnBrk="1" latinLnBrk="1" hangingPunct="1">
        <a:lnSpc>
          <a:spcPct val="90000"/>
        </a:lnSpc>
        <a:spcBef>
          <a:spcPts val="924"/>
        </a:spcBef>
        <a:buFont typeface="Arial" panose="020B0604020202020204" pitchFamily="34" charset="0"/>
        <a:buChar char="•"/>
        <a:defRPr sz="2587" kern="1200">
          <a:solidFill>
            <a:schemeClr val="tx1"/>
          </a:solidFill>
          <a:latin typeface="+mn-lt"/>
          <a:ea typeface="+mn-ea"/>
          <a:cs typeface="+mn-cs"/>
        </a:defRPr>
      </a:lvl1pPr>
      <a:lvl2pPr marL="633542" indent="-211181" algn="l" defTabSz="84472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2217" kern="1200">
          <a:solidFill>
            <a:schemeClr val="tx1"/>
          </a:solidFill>
          <a:latin typeface="+mn-lt"/>
          <a:ea typeface="+mn-ea"/>
          <a:cs typeface="+mn-cs"/>
        </a:defRPr>
      </a:lvl2pPr>
      <a:lvl3pPr marL="1055903" indent="-211181" algn="l" defTabSz="84472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848" kern="1200">
          <a:solidFill>
            <a:schemeClr val="tx1"/>
          </a:solidFill>
          <a:latin typeface="+mn-lt"/>
          <a:ea typeface="+mn-ea"/>
          <a:cs typeface="+mn-cs"/>
        </a:defRPr>
      </a:lvl3pPr>
      <a:lvl4pPr marL="1478265" indent="-211181" algn="l" defTabSz="84472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3" kern="1200">
          <a:solidFill>
            <a:schemeClr val="tx1"/>
          </a:solidFill>
          <a:latin typeface="+mn-lt"/>
          <a:ea typeface="+mn-ea"/>
          <a:cs typeface="+mn-cs"/>
        </a:defRPr>
      </a:lvl4pPr>
      <a:lvl5pPr marL="1900626" indent="-211181" algn="l" defTabSz="84472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3" kern="1200">
          <a:solidFill>
            <a:schemeClr val="tx1"/>
          </a:solidFill>
          <a:latin typeface="+mn-lt"/>
          <a:ea typeface="+mn-ea"/>
          <a:cs typeface="+mn-cs"/>
        </a:defRPr>
      </a:lvl5pPr>
      <a:lvl6pPr marL="2322987" indent="-211181" algn="l" defTabSz="84472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3" kern="1200">
          <a:solidFill>
            <a:schemeClr val="tx1"/>
          </a:solidFill>
          <a:latin typeface="+mn-lt"/>
          <a:ea typeface="+mn-ea"/>
          <a:cs typeface="+mn-cs"/>
        </a:defRPr>
      </a:lvl6pPr>
      <a:lvl7pPr marL="2745349" indent="-211181" algn="l" defTabSz="84472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3" kern="1200">
          <a:solidFill>
            <a:schemeClr val="tx1"/>
          </a:solidFill>
          <a:latin typeface="+mn-lt"/>
          <a:ea typeface="+mn-ea"/>
          <a:cs typeface="+mn-cs"/>
        </a:defRPr>
      </a:lvl7pPr>
      <a:lvl8pPr marL="3167710" indent="-211181" algn="l" defTabSz="84472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3" kern="1200">
          <a:solidFill>
            <a:schemeClr val="tx1"/>
          </a:solidFill>
          <a:latin typeface="+mn-lt"/>
          <a:ea typeface="+mn-ea"/>
          <a:cs typeface="+mn-cs"/>
        </a:defRPr>
      </a:lvl8pPr>
      <a:lvl9pPr marL="3590072" indent="-211181" algn="l" defTabSz="84472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4723" rtl="0" eaLnBrk="1" latinLnBrk="1" hangingPunct="1">
        <a:defRPr sz="1663" kern="1200">
          <a:solidFill>
            <a:schemeClr val="tx1"/>
          </a:solidFill>
          <a:latin typeface="+mn-lt"/>
          <a:ea typeface="+mn-ea"/>
          <a:cs typeface="+mn-cs"/>
        </a:defRPr>
      </a:lvl1pPr>
      <a:lvl2pPr marL="422361" algn="l" defTabSz="844723" rtl="0" eaLnBrk="1" latinLnBrk="1" hangingPunct="1">
        <a:defRPr sz="1663" kern="1200">
          <a:solidFill>
            <a:schemeClr val="tx1"/>
          </a:solidFill>
          <a:latin typeface="+mn-lt"/>
          <a:ea typeface="+mn-ea"/>
          <a:cs typeface="+mn-cs"/>
        </a:defRPr>
      </a:lvl2pPr>
      <a:lvl3pPr marL="844723" algn="l" defTabSz="844723" rtl="0" eaLnBrk="1" latinLnBrk="1" hangingPunct="1">
        <a:defRPr sz="1663" kern="1200">
          <a:solidFill>
            <a:schemeClr val="tx1"/>
          </a:solidFill>
          <a:latin typeface="+mn-lt"/>
          <a:ea typeface="+mn-ea"/>
          <a:cs typeface="+mn-cs"/>
        </a:defRPr>
      </a:lvl3pPr>
      <a:lvl4pPr marL="1267084" algn="l" defTabSz="844723" rtl="0" eaLnBrk="1" latinLnBrk="1" hangingPunct="1">
        <a:defRPr sz="1663" kern="1200">
          <a:solidFill>
            <a:schemeClr val="tx1"/>
          </a:solidFill>
          <a:latin typeface="+mn-lt"/>
          <a:ea typeface="+mn-ea"/>
          <a:cs typeface="+mn-cs"/>
        </a:defRPr>
      </a:lvl4pPr>
      <a:lvl5pPr marL="1689445" algn="l" defTabSz="844723" rtl="0" eaLnBrk="1" latinLnBrk="1" hangingPunct="1">
        <a:defRPr sz="1663" kern="1200">
          <a:solidFill>
            <a:schemeClr val="tx1"/>
          </a:solidFill>
          <a:latin typeface="+mn-lt"/>
          <a:ea typeface="+mn-ea"/>
          <a:cs typeface="+mn-cs"/>
        </a:defRPr>
      </a:lvl5pPr>
      <a:lvl6pPr marL="2111807" algn="l" defTabSz="844723" rtl="0" eaLnBrk="1" latinLnBrk="1" hangingPunct="1">
        <a:defRPr sz="1663" kern="1200">
          <a:solidFill>
            <a:schemeClr val="tx1"/>
          </a:solidFill>
          <a:latin typeface="+mn-lt"/>
          <a:ea typeface="+mn-ea"/>
          <a:cs typeface="+mn-cs"/>
        </a:defRPr>
      </a:lvl6pPr>
      <a:lvl7pPr marL="2534168" algn="l" defTabSz="844723" rtl="0" eaLnBrk="1" latinLnBrk="1" hangingPunct="1">
        <a:defRPr sz="1663" kern="1200">
          <a:solidFill>
            <a:schemeClr val="tx1"/>
          </a:solidFill>
          <a:latin typeface="+mn-lt"/>
          <a:ea typeface="+mn-ea"/>
          <a:cs typeface="+mn-cs"/>
        </a:defRPr>
      </a:lvl7pPr>
      <a:lvl8pPr marL="2956530" algn="l" defTabSz="844723" rtl="0" eaLnBrk="1" latinLnBrk="1" hangingPunct="1">
        <a:defRPr sz="1663" kern="1200">
          <a:solidFill>
            <a:schemeClr val="tx1"/>
          </a:solidFill>
          <a:latin typeface="+mn-lt"/>
          <a:ea typeface="+mn-ea"/>
          <a:cs typeface="+mn-cs"/>
        </a:defRPr>
      </a:lvl8pPr>
      <a:lvl9pPr marL="3378891" algn="l" defTabSz="844723" rtl="0" eaLnBrk="1" latinLnBrk="1" hangingPunct="1">
        <a:defRPr sz="16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42C99D09-92D9-7202-C4C6-171C5518107F}"/>
              </a:ext>
            </a:extLst>
          </p:cNvPr>
          <p:cNvSpPr>
            <a:spLocks/>
          </p:cNvSpPr>
          <p:nvPr/>
        </p:nvSpPr>
        <p:spPr>
          <a:xfrm>
            <a:off x="579686" y="1130465"/>
            <a:ext cx="2840563" cy="426765"/>
          </a:xfrm>
          <a:prstGeom prst="roundRect">
            <a:avLst>
              <a:gd name="adj" fmla="val 16288"/>
            </a:avLst>
          </a:prstGeom>
          <a:solidFill>
            <a:srgbClr val="CCDDF4"/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 Layer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A1718201-7C89-16C7-0B1A-36061D79094F}"/>
              </a:ext>
            </a:extLst>
          </p:cNvPr>
          <p:cNvSpPr>
            <a:spLocks/>
          </p:cNvSpPr>
          <p:nvPr/>
        </p:nvSpPr>
        <p:spPr>
          <a:xfrm>
            <a:off x="407811" y="1762734"/>
            <a:ext cx="5122388" cy="3241864"/>
          </a:xfrm>
          <a:prstGeom prst="roundRect">
            <a:avLst>
              <a:gd name="adj" fmla="val 7714"/>
            </a:avLst>
          </a:prstGeom>
          <a:solidFill>
            <a:srgbClr val="E3F9DF"/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05082B2D-A52C-B901-68EF-E17707C8F6D8}"/>
              </a:ext>
            </a:extLst>
          </p:cNvPr>
          <p:cNvSpPr>
            <a:spLocks/>
          </p:cNvSpPr>
          <p:nvPr/>
        </p:nvSpPr>
        <p:spPr>
          <a:xfrm>
            <a:off x="520768" y="5158212"/>
            <a:ext cx="4953001" cy="480235"/>
          </a:xfrm>
          <a:prstGeom prst="roundRect">
            <a:avLst>
              <a:gd name="adj" fmla="val 15288"/>
            </a:avLst>
          </a:prstGeom>
          <a:solidFill>
            <a:srgbClr val="CCDDF4"/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Layer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AAEAD269-E6AB-893B-15CF-B41F5032F661}"/>
              </a:ext>
            </a:extLst>
          </p:cNvPr>
          <p:cNvSpPr>
            <a:spLocks/>
          </p:cNvSpPr>
          <p:nvPr/>
        </p:nvSpPr>
        <p:spPr>
          <a:xfrm>
            <a:off x="579686" y="1974090"/>
            <a:ext cx="2840563" cy="425575"/>
          </a:xfrm>
          <a:prstGeom prst="roundRect">
            <a:avLst>
              <a:gd name="adj" fmla="val 16288"/>
            </a:avLst>
          </a:prstGeom>
          <a:solidFill>
            <a:srgbClr val="F1E0FC"/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A5A39FA6-6FB6-50E5-3722-58D8C29D9621}"/>
              </a:ext>
            </a:extLst>
          </p:cNvPr>
          <p:cNvSpPr>
            <a:spLocks/>
          </p:cNvSpPr>
          <p:nvPr/>
        </p:nvSpPr>
        <p:spPr>
          <a:xfrm>
            <a:off x="579684" y="2577549"/>
            <a:ext cx="2840563" cy="456056"/>
          </a:xfrm>
          <a:prstGeom prst="roundRect">
            <a:avLst>
              <a:gd name="adj" fmla="val 16288"/>
            </a:avLst>
          </a:prstGeom>
          <a:solidFill>
            <a:srgbClr val="F6F6CA"/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&amp; Norm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8A5E9DF-5565-5BAE-0AF1-F38EA17B564A}"/>
              </a:ext>
            </a:extLst>
          </p:cNvPr>
          <p:cNvSpPr txBox="1"/>
          <p:nvPr/>
        </p:nvSpPr>
        <p:spPr>
          <a:xfrm>
            <a:off x="1770705" y="3384041"/>
            <a:ext cx="2652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200"/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6340CC0A-8D9A-A5E9-9CAE-3CF75A03C51E}"/>
              </a:ext>
            </a:extLst>
          </p:cNvPr>
          <p:cNvSpPr>
            <a:spLocks/>
          </p:cNvSpPr>
          <p:nvPr/>
        </p:nvSpPr>
        <p:spPr>
          <a:xfrm>
            <a:off x="3616575" y="1145177"/>
            <a:ext cx="1705841" cy="426767"/>
          </a:xfrm>
          <a:prstGeom prst="roundRect">
            <a:avLst>
              <a:gd name="adj" fmla="val 16288"/>
            </a:avLst>
          </a:prstGeom>
          <a:solidFill>
            <a:srgbClr val="CCDDF4"/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encoder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62DEDE3E-2B34-E809-EB37-3C867D8A8C49}"/>
              </a:ext>
            </a:extLst>
          </p:cNvPr>
          <p:cNvSpPr>
            <a:spLocks/>
          </p:cNvSpPr>
          <p:nvPr/>
        </p:nvSpPr>
        <p:spPr>
          <a:xfrm>
            <a:off x="3679492" y="1974092"/>
            <a:ext cx="1584939" cy="1101849"/>
          </a:xfrm>
          <a:prstGeom prst="roundRect">
            <a:avLst>
              <a:gd name="adj" fmla="val 11410"/>
            </a:avLst>
          </a:prstGeom>
          <a:solidFill>
            <a:srgbClr val="F2A0A0"/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Router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F20B2B51-47F1-2095-003B-1ECB088DB8F0}"/>
              </a:ext>
            </a:extLst>
          </p:cNvPr>
          <p:cNvSpPr>
            <a:spLocks/>
          </p:cNvSpPr>
          <p:nvPr/>
        </p:nvSpPr>
        <p:spPr>
          <a:xfrm>
            <a:off x="3679492" y="3254045"/>
            <a:ext cx="1584939" cy="392968"/>
          </a:xfrm>
          <a:prstGeom prst="roundRect">
            <a:avLst>
              <a:gd name="adj" fmla="val 16288"/>
            </a:avLst>
          </a:prstGeom>
          <a:solidFill>
            <a:srgbClr val="E4F6F8"/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C4208482-9911-C23C-0295-A861C534F629}"/>
              </a:ext>
            </a:extLst>
          </p:cNvPr>
          <p:cNvCxnSpPr>
            <a:cxnSpLocks/>
            <a:stCxn id="99" idx="2"/>
            <a:endCxn id="102" idx="0"/>
          </p:cNvCxnSpPr>
          <p:nvPr/>
        </p:nvCxnSpPr>
        <p:spPr>
          <a:xfrm>
            <a:off x="1999966" y="1557230"/>
            <a:ext cx="0" cy="416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55BCCDAB-BBC0-07E8-4CC7-BBCA8BB4CBFC}"/>
              </a:ext>
            </a:extLst>
          </p:cNvPr>
          <p:cNvCxnSpPr>
            <a:cxnSpLocks/>
            <a:stCxn id="105" idx="2"/>
            <a:endCxn id="106" idx="0"/>
          </p:cNvCxnSpPr>
          <p:nvPr/>
        </p:nvCxnSpPr>
        <p:spPr>
          <a:xfrm>
            <a:off x="4469495" y="1571944"/>
            <a:ext cx="2467" cy="402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DC115B78-4698-C836-ACA4-B227B90B49B6}"/>
              </a:ext>
            </a:extLst>
          </p:cNvPr>
          <p:cNvCxnSpPr>
            <a:cxnSpLocks/>
            <a:endCxn id="107" idx="0"/>
          </p:cNvCxnSpPr>
          <p:nvPr/>
        </p:nvCxnSpPr>
        <p:spPr>
          <a:xfrm>
            <a:off x="4471961" y="3033605"/>
            <a:ext cx="0" cy="220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C795046F-3241-9DD4-EA15-37FAAFEB4D6A}"/>
              </a:ext>
            </a:extLst>
          </p:cNvPr>
          <p:cNvCxnSpPr>
            <a:cxnSpLocks/>
            <a:stCxn id="102" idx="2"/>
            <a:endCxn id="103" idx="0"/>
          </p:cNvCxnSpPr>
          <p:nvPr/>
        </p:nvCxnSpPr>
        <p:spPr>
          <a:xfrm flipH="1">
            <a:off x="1999968" y="2399665"/>
            <a:ext cx="1" cy="177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4645797-C3E3-34B4-FDBD-B956E3AD80D6}"/>
              </a:ext>
            </a:extLst>
          </p:cNvPr>
          <p:cNvSpPr txBox="1"/>
          <p:nvPr/>
        </p:nvSpPr>
        <p:spPr>
          <a:xfrm>
            <a:off x="2886209" y="4680424"/>
            <a:ext cx="222119" cy="276999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ko-KR" altLang="en-US"/>
              <a:t>⊕</a:t>
            </a:r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1F261F95-95DE-B751-FDE6-7F39E0236E06}"/>
              </a:ext>
            </a:extLst>
          </p:cNvPr>
          <p:cNvCxnSpPr>
            <a:cxnSpLocks/>
            <a:stCxn id="170" idx="2"/>
            <a:endCxn id="162" idx="0"/>
          </p:cNvCxnSpPr>
          <p:nvPr/>
        </p:nvCxnSpPr>
        <p:spPr>
          <a:xfrm>
            <a:off x="939049" y="3872178"/>
            <a:ext cx="9533" cy="460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6B2D36A1-5587-D6EE-B67D-E6A3BE68C1C4}"/>
              </a:ext>
            </a:extLst>
          </p:cNvPr>
          <p:cNvCxnSpPr>
            <a:cxnSpLocks/>
            <a:stCxn id="169" idx="2"/>
            <a:endCxn id="161" idx="0"/>
          </p:cNvCxnSpPr>
          <p:nvPr/>
        </p:nvCxnSpPr>
        <p:spPr>
          <a:xfrm>
            <a:off x="1059697" y="3765445"/>
            <a:ext cx="998" cy="515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B2A6D85E-C670-515F-DC85-6DE8FD043320}"/>
              </a:ext>
            </a:extLst>
          </p:cNvPr>
          <p:cNvCxnSpPr>
            <a:cxnSpLocks/>
            <a:stCxn id="116" idx="2"/>
            <a:endCxn id="160" idx="0"/>
          </p:cNvCxnSpPr>
          <p:nvPr/>
        </p:nvCxnSpPr>
        <p:spPr>
          <a:xfrm>
            <a:off x="1180349" y="3678130"/>
            <a:ext cx="3397" cy="555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4A6C8945-6E48-5C5F-9CBC-974582FA5805}"/>
              </a:ext>
            </a:extLst>
          </p:cNvPr>
          <p:cNvSpPr>
            <a:spLocks/>
          </p:cNvSpPr>
          <p:nvPr/>
        </p:nvSpPr>
        <p:spPr>
          <a:xfrm>
            <a:off x="735881" y="3255856"/>
            <a:ext cx="888935" cy="422275"/>
          </a:xfrm>
          <a:prstGeom prst="roundRect">
            <a:avLst>
              <a:gd name="adj" fmla="val 16288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514FD84-B499-E383-D5F9-A97E0F2CFBD8}"/>
              </a:ext>
            </a:extLst>
          </p:cNvPr>
          <p:cNvSpPr txBox="1"/>
          <p:nvPr/>
        </p:nvSpPr>
        <p:spPr>
          <a:xfrm>
            <a:off x="2858769" y="3986787"/>
            <a:ext cx="277200" cy="276999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ko-KR" altLang="en-US"/>
              <a:t>⊗</a:t>
            </a:r>
          </a:p>
        </p:txBody>
      </p: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E00B9554-A8DE-F8EF-C4DB-6B418F9725D7}"/>
              </a:ext>
            </a:extLst>
          </p:cNvPr>
          <p:cNvCxnSpPr>
            <a:cxnSpLocks/>
            <a:stCxn id="107" idx="2"/>
            <a:endCxn id="117" idx="3"/>
          </p:cNvCxnSpPr>
          <p:nvPr/>
        </p:nvCxnSpPr>
        <p:spPr>
          <a:xfrm rot="5400000">
            <a:off x="3564830" y="3218153"/>
            <a:ext cx="478273" cy="133599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9" name="연결선: 꺾임 118">
            <a:extLst>
              <a:ext uri="{FF2B5EF4-FFF2-40B4-BE49-F238E27FC236}">
                <a16:creationId xmlns:a16="http://schemas.microsoft.com/office/drawing/2014/main" id="{F8A4206C-C31F-9ECC-B835-C561F82CD827}"/>
              </a:ext>
            </a:extLst>
          </p:cNvPr>
          <p:cNvCxnSpPr>
            <a:cxnSpLocks/>
            <a:stCxn id="107" idx="2"/>
            <a:endCxn id="158" idx="3"/>
          </p:cNvCxnSpPr>
          <p:nvPr/>
        </p:nvCxnSpPr>
        <p:spPr>
          <a:xfrm rot="5400000">
            <a:off x="3474947" y="3184414"/>
            <a:ext cx="534417" cy="14596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0" name="연결선: 꺾임 119">
            <a:extLst>
              <a:ext uri="{FF2B5EF4-FFF2-40B4-BE49-F238E27FC236}">
                <a16:creationId xmlns:a16="http://schemas.microsoft.com/office/drawing/2014/main" id="{799C14CC-2DC7-506B-9492-0C58FAFC4AA8}"/>
              </a:ext>
            </a:extLst>
          </p:cNvPr>
          <p:cNvCxnSpPr>
            <a:cxnSpLocks/>
            <a:stCxn id="107" idx="2"/>
            <a:endCxn id="159" idx="3"/>
          </p:cNvCxnSpPr>
          <p:nvPr/>
        </p:nvCxnSpPr>
        <p:spPr>
          <a:xfrm rot="5400000">
            <a:off x="3386429" y="3153144"/>
            <a:ext cx="591665" cy="15794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1" name="연결선: 꺾임 120">
            <a:extLst>
              <a:ext uri="{FF2B5EF4-FFF2-40B4-BE49-F238E27FC236}">
                <a16:creationId xmlns:a16="http://schemas.microsoft.com/office/drawing/2014/main" id="{5DDE1A33-69D1-B55A-D4AF-E4EFC6707235}"/>
              </a:ext>
            </a:extLst>
          </p:cNvPr>
          <p:cNvCxnSpPr>
            <a:cxnSpLocks/>
            <a:stCxn id="107" idx="2"/>
            <a:endCxn id="161" idx="3"/>
          </p:cNvCxnSpPr>
          <p:nvPr/>
        </p:nvCxnSpPr>
        <p:spPr>
          <a:xfrm rot="5400000">
            <a:off x="2449409" y="2396899"/>
            <a:ext cx="772438" cy="32726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2" name="연결선: 꺾임 121">
            <a:extLst>
              <a:ext uri="{FF2B5EF4-FFF2-40B4-BE49-F238E27FC236}">
                <a16:creationId xmlns:a16="http://schemas.microsoft.com/office/drawing/2014/main" id="{E12DE2E3-F8D2-1E0C-C457-43259D29F2E3}"/>
              </a:ext>
            </a:extLst>
          </p:cNvPr>
          <p:cNvCxnSpPr>
            <a:cxnSpLocks/>
            <a:stCxn id="107" idx="2"/>
            <a:endCxn id="160" idx="3"/>
          </p:cNvCxnSpPr>
          <p:nvPr/>
        </p:nvCxnSpPr>
        <p:spPr>
          <a:xfrm rot="5400000">
            <a:off x="2534738" y="2434621"/>
            <a:ext cx="724833" cy="314961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3" name="연결선: 꺾임 122">
            <a:extLst>
              <a:ext uri="{FF2B5EF4-FFF2-40B4-BE49-F238E27FC236}">
                <a16:creationId xmlns:a16="http://schemas.microsoft.com/office/drawing/2014/main" id="{4AB90A21-B777-EA7A-F7E3-D4860B284DEC}"/>
              </a:ext>
            </a:extLst>
          </p:cNvPr>
          <p:cNvCxnSpPr>
            <a:cxnSpLocks/>
            <a:stCxn id="107" idx="2"/>
            <a:endCxn id="162" idx="3"/>
          </p:cNvCxnSpPr>
          <p:nvPr/>
        </p:nvCxnSpPr>
        <p:spPr>
          <a:xfrm rot="5400000">
            <a:off x="2367570" y="2366625"/>
            <a:ext cx="824005" cy="33847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4" name="연결선: 꺾임 123">
            <a:extLst>
              <a:ext uri="{FF2B5EF4-FFF2-40B4-BE49-F238E27FC236}">
                <a16:creationId xmlns:a16="http://schemas.microsoft.com/office/drawing/2014/main" id="{24248FD0-6FFE-3B43-877E-036D25E5E3BB}"/>
              </a:ext>
            </a:extLst>
          </p:cNvPr>
          <p:cNvCxnSpPr>
            <a:cxnSpLocks/>
            <a:stCxn id="117" idx="2"/>
            <a:endCxn id="112" idx="0"/>
          </p:cNvCxnSpPr>
          <p:nvPr/>
        </p:nvCxnSpPr>
        <p:spPr>
          <a:xfrm rot="5400000">
            <a:off x="2789000" y="4472055"/>
            <a:ext cx="416638" cy="1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연결선: 꺾임 124">
            <a:extLst>
              <a:ext uri="{FF2B5EF4-FFF2-40B4-BE49-F238E27FC236}">
                <a16:creationId xmlns:a16="http://schemas.microsoft.com/office/drawing/2014/main" id="{BC298AE9-1F6B-4B72-A0C8-F02CECEAF524}"/>
              </a:ext>
            </a:extLst>
          </p:cNvPr>
          <p:cNvCxnSpPr>
            <a:cxnSpLocks/>
            <a:stCxn id="158" idx="2"/>
            <a:endCxn id="112" idx="0"/>
          </p:cNvCxnSpPr>
          <p:nvPr/>
        </p:nvCxnSpPr>
        <p:spPr>
          <a:xfrm rot="16200000" flipH="1">
            <a:off x="2755260" y="4438416"/>
            <a:ext cx="360494" cy="1235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연결선: 꺾임 125">
            <a:extLst>
              <a:ext uri="{FF2B5EF4-FFF2-40B4-BE49-F238E27FC236}">
                <a16:creationId xmlns:a16="http://schemas.microsoft.com/office/drawing/2014/main" id="{BFB91830-0DA8-4FEB-60BF-4DE70A8D57DF}"/>
              </a:ext>
            </a:extLst>
          </p:cNvPr>
          <p:cNvCxnSpPr>
            <a:cxnSpLocks/>
            <a:stCxn id="159" idx="2"/>
            <a:endCxn id="112" idx="0"/>
          </p:cNvCxnSpPr>
          <p:nvPr/>
        </p:nvCxnSpPr>
        <p:spPr>
          <a:xfrm rot="16200000" flipH="1">
            <a:off x="2723990" y="4407146"/>
            <a:ext cx="303246" cy="2433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FBEC3501-C692-B9A8-4B14-11A89119B722}"/>
              </a:ext>
            </a:extLst>
          </p:cNvPr>
          <p:cNvCxnSpPr>
            <a:cxnSpLocks/>
            <a:stCxn id="112" idx="2"/>
            <a:endCxn id="101" idx="0"/>
          </p:cNvCxnSpPr>
          <p:nvPr/>
        </p:nvCxnSpPr>
        <p:spPr>
          <a:xfrm>
            <a:off x="2997268" y="4957423"/>
            <a:ext cx="0" cy="200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연결선: 꺾임 127">
            <a:extLst>
              <a:ext uri="{FF2B5EF4-FFF2-40B4-BE49-F238E27FC236}">
                <a16:creationId xmlns:a16="http://schemas.microsoft.com/office/drawing/2014/main" id="{14A3ED77-FE0D-B792-B9F4-62FC1D011BA5}"/>
              </a:ext>
            </a:extLst>
          </p:cNvPr>
          <p:cNvCxnSpPr>
            <a:cxnSpLocks/>
            <a:stCxn id="99" idx="2"/>
            <a:endCxn id="103" idx="1"/>
          </p:cNvCxnSpPr>
          <p:nvPr/>
        </p:nvCxnSpPr>
        <p:spPr>
          <a:xfrm rot="5400000">
            <a:off x="665653" y="1471263"/>
            <a:ext cx="1248349" cy="1420283"/>
          </a:xfrm>
          <a:prstGeom prst="bentConnector4">
            <a:avLst>
              <a:gd name="adj1" fmla="val 24668"/>
              <a:gd name="adj2" fmla="val 10680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연결선: 꺾임 128">
            <a:extLst>
              <a:ext uri="{FF2B5EF4-FFF2-40B4-BE49-F238E27FC236}">
                <a16:creationId xmlns:a16="http://schemas.microsoft.com/office/drawing/2014/main" id="{DBF053C2-0167-E02A-EC07-E1399FD43942}"/>
              </a:ext>
            </a:extLst>
          </p:cNvPr>
          <p:cNvCxnSpPr>
            <a:cxnSpLocks/>
            <a:stCxn id="103" idx="2"/>
            <a:endCxn id="116" idx="0"/>
          </p:cNvCxnSpPr>
          <p:nvPr/>
        </p:nvCxnSpPr>
        <p:spPr>
          <a:xfrm rot="5400000">
            <a:off x="1479032" y="2734923"/>
            <a:ext cx="222251" cy="8196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13FA8976-D29E-E217-192E-DD49FE4B6055}"/>
              </a:ext>
            </a:extLst>
          </p:cNvPr>
          <p:cNvCxnSpPr>
            <a:cxnSpLocks/>
            <a:stCxn id="103" idx="2"/>
            <a:endCxn id="169" idx="0"/>
          </p:cNvCxnSpPr>
          <p:nvPr/>
        </p:nvCxnSpPr>
        <p:spPr>
          <a:xfrm rot="5400000">
            <a:off x="1375052" y="2718254"/>
            <a:ext cx="309563" cy="9402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연결선: 꺾임 130">
            <a:extLst>
              <a:ext uri="{FF2B5EF4-FFF2-40B4-BE49-F238E27FC236}">
                <a16:creationId xmlns:a16="http://schemas.microsoft.com/office/drawing/2014/main" id="{D6036225-D624-76A2-0A4D-A46E76F37971}"/>
              </a:ext>
            </a:extLst>
          </p:cNvPr>
          <p:cNvCxnSpPr>
            <a:cxnSpLocks/>
            <a:stCxn id="103" idx="2"/>
            <a:endCxn id="163" idx="0"/>
          </p:cNvCxnSpPr>
          <p:nvPr/>
        </p:nvCxnSpPr>
        <p:spPr>
          <a:xfrm rot="16200000" flipH="1">
            <a:off x="2387542" y="2646030"/>
            <a:ext cx="222251" cy="9974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사각형: 둥근 모서리 131">
                <a:extLst>
                  <a:ext uri="{FF2B5EF4-FFF2-40B4-BE49-F238E27FC236}">
                    <a16:creationId xmlns:a16="http://schemas.microsoft.com/office/drawing/2014/main" id="{A53C6E5D-E586-AC51-455A-E057707AF20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376257" y="550060"/>
                <a:ext cx="3825380" cy="688903"/>
              </a:xfrm>
              <a:prstGeom prst="roundRect">
                <a:avLst>
                  <a:gd name="adj" fmla="val 6032"/>
                </a:avLst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group</m:t>
                          </m:r>
                        </m:sub>
                      </m:sSub>
                    </m:oMath>
                  </m:oMathPara>
                </a14:m>
                <a:endParaRPr lang="ko-KR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2" name="사각형: 둥근 모서리 131">
                <a:extLst>
                  <a:ext uri="{FF2B5EF4-FFF2-40B4-BE49-F238E27FC236}">
                    <a16:creationId xmlns:a16="http://schemas.microsoft.com/office/drawing/2014/main" id="{A53C6E5D-E586-AC51-455A-E057707AF2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257" y="550060"/>
                <a:ext cx="3825380" cy="688903"/>
              </a:xfrm>
              <a:prstGeom prst="roundRect">
                <a:avLst>
                  <a:gd name="adj" fmla="val 6032"/>
                </a:avLst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67E70295-3A93-4B96-EA23-41CBC5E2D28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490295" y="892397"/>
                <a:ext cx="1188000" cy="235100"/>
              </a:xfrm>
              <a:prstGeom prst="roundRect">
                <a:avLst>
                  <a:gd name="adj" fmla="val 6032"/>
                </a:avLst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Group</m:t>
                      </m:r>
                      <m:r>
                        <a:rPr lang="en-US" altLang="ko-K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</m:t>
                      </m:r>
                    </m:oMath>
                  </m:oMathPara>
                </a14:m>
                <a:endParaRPr lang="ko-KR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67E70295-3A93-4B96-EA23-41CBC5E2D2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295" y="892397"/>
                <a:ext cx="1188000" cy="235100"/>
              </a:xfrm>
              <a:prstGeom prst="roundRect">
                <a:avLst>
                  <a:gd name="adj" fmla="val 6032"/>
                </a:avLst>
              </a:prstGeom>
              <a:blipFill>
                <a:blip r:embed="rId3"/>
                <a:stretch>
                  <a:fillRect b="-19048"/>
                </a:stretch>
              </a:blipFill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EA750BB5-E804-40FC-7A31-B1B7E7FDED67}"/>
              </a:ext>
            </a:extLst>
          </p:cNvPr>
          <p:cNvSpPr>
            <a:spLocks/>
          </p:cNvSpPr>
          <p:nvPr/>
        </p:nvSpPr>
        <p:spPr>
          <a:xfrm>
            <a:off x="9946879" y="892397"/>
            <a:ext cx="1188000" cy="235100"/>
          </a:xfrm>
          <a:prstGeom prst="roundRect">
            <a:avLst>
              <a:gd name="adj" fmla="val 6032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사각형: 둥근 모서리 134">
                <a:extLst>
                  <a:ext uri="{FF2B5EF4-FFF2-40B4-BE49-F238E27FC236}">
                    <a16:creationId xmlns:a16="http://schemas.microsoft.com/office/drawing/2014/main" id="{85EF8609-1FEA-3DE8-3239-810908A7C74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18587" y="889677"/>
                <a:ext cx="1188000" cy="235100"/>
              </a:xfrm>
              <a:prstGeom prst="roundRect">
                <a:avLst>
                  <a:gd name="adj" fmla="val 6032"/>
                </a:avLst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Group</m:t>
                      </m:r>
                      <m:r>
                        <a:rPr lang="en-US" altLang="ko-K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B</m:t>
                      </m:r>
                    </m:oMath>
                  </m:oMathPara>
                </a14:m>
                <a:endParaRPr lang="ko-KR" altLang="en-US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5" name="사각형: 둥근 모서리 134">
                <a:extLst>
                  <a:ext uri="{FF2B5EF4-FFF2-40B4-BE49-F238E27FC236}">
                    <a16:creationId xmlns:a16="http://schemas.microsoft.com/office/drawing/2014/main" id="{85EF8609-1FEA-3DE8-3239-810908A7C7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8587" y="889677"/>
                <a:ext cx="1188000" cy="235100"/>
              </a:xfrm>
              <a:prstGeom prst="roundRect">
                <a:avLst>
                  <a:gd name="adj" fmla="val 6032"/>
                </a:avLst>
              </a:prstGeom>
              <a:blipFill>
                <a:blip r:embed="rId4"/>
                <a:stretch>
                  <a:fillRect b="-19048"/>
                </a:stretch>
              </a:blipFill>
              <a:ln w="1905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6" name="표 135">
            <a:extLst>
              <a:ext uri="{FF2B5EF4-FFF2-40B4-BE49-F238E27FC236}">
                <a16:creationId xmlns:a16="http://schemas.microsoft.com/office/drawing/2014/main" id="{C7FC89A6-8299-D9E1-E52C-FCF458268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724571"/>
              </p:ext>
            </p:extLst>
          </p:nvPr>
        </p:nvGraphicFramePr>
        <p:xfrm>
          <a:off x="7443366" y="2756578"/>
          <a:ext cx="3691517" cy="122743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07703">
                  <a:extLst>
                    <a:ext uri="{9D8B030D-6E8A-4147-A177-3AD203B41FA5}">
                      <a16:colId xmlns:a16="http://schemas.microsoft.com/office/drawing/2014/main" val="226483222"/>
                    </a:ext>
                  </a:extLst>
                </a:gridCol>
                <a:gridCol w="1391907">
                  <a:extLst>
                    <a:ext uri="{9D8B030D-6E8A-4147-A177-3AD203B41FA5}">
                      <a16:colId xmlns:a16="http://schemas.microsoft.com/office/drawing/2014/main" val="482904561"/>
                    </a:ext>
                  </a:extLst>
                </a:gridCol>
                <a:gridCol w="1391907">
                  <a:extLst>
                    <a:ext uri="{9D8B030D-6E8A-4147-A177-3AD203B41FA5}">
                      <a16:colId xmlns:a16="http://schemas.microsoft.com/office/drawing/2014/main" val="783857788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algn="ctr" latinLnBrk="1"/>
                      <a:endParaRPr lang="ko-KR" altLang="en-US" sz="19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216218"/>
                  </a:ext>
                </a:extLst>
              </a:tr>
              <a:tr h="4457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9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9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529114"/>
                  </a:ext>
                </a:extLst>
              </a:tr>
              <a:tr h="4006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9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9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157076"/>
                  </a:ext>
                </a:extLst>
              </a:tr>
            </a:tbl>
          </a:graphicData>
        </a:graphic>
      </p:graphicFrame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1CB93E73-FA0F-B24A-0DA9-375F24E32311}"/>
              </a:ext>
            </a:extLst>
          </p:cNvPr>
          <p:cNvSpPr/>
          <p:nvPr/>
        </p:nvSpPr>
        <p:spPr>
          <a:xfrm>
            <a:off x="6483521" y="1478160"/>
            <a:ext cx="1800000" cy="463467"/>
          </a:xfrm>
          <a:prstGeom prst="roundRect">
            <a:avLst>
              <a:gd name="adj" fmla="val 9674"/>
            </a:avLst>
          </a:prstGeom>
          <a:solidFill>
            <a:srgbClr val="F7C5C5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Flat router</a:t>
            </a:r>
            <a:endParaRPr lang="ko-KR" altLang="en-U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6FD91BA2-4D4A-EC47-5882-F301360D9557}"/>
              </a:ext>
            </a:extLst>
          </p:cNvPr>
          <p:cNvSpPr>
            <a:spLocks/>
          </p:cNvSpPr>
          <p:nvPr/>
        </p:nvSpPr>
        <p:spPr>
          <a:xfrm>
            <a:off x="6753521" y="2159818"/>
            <a:ext cx="1260000" cy="426459"/>
          </a:xfrm>
          <a:prstGeom prst="roundRect">
            <a:avLst>
              <a:gd name="adj" fmla="val 16288"/>
            </a:avLst>
          </a:prstGeom>
          <a:solidFill>
            <a:srgbClr val="E4F6F8"/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ko-KR" altLang="en-U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840B3590-C02C-C548-93B4-8D26AE891862}"/>
              </a:ext>
            </a:extLst>
          </p:cNvPr>
          <p:cNvSpPr/>
          <p:nvPr/>
        </p:nvSpPr>
        <p:spPr>
          <a:xfrm>
            <a:off x="8385686" y="1478160"/>
            <a:ext cx="1800000" cy="463467"/>
          </a:xfrm>
          <a:prstGeom prst="roundRect">
            <a:avLst>
              <a:gd name="adj" fmla="val 9674"/>
            </a:avLst>
          </a:prstGeom>
          <a:solidFill>
            <a:srgbClr val="F3F59D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inter-group router</a:t>
            </a:r>
            <a:endParaRPr lang="ko-KR" altLang="en-U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7977E03D-9F72-9B95-2E81-68504D9F7AD9}"/>
              </a:ext>
            </a:extLst>
          </p:cNvPr>
          <p:cNvSpPr>
            <a:spLocks/>
          </p:cNvSpPr>
          <p:nvPr/>
        </p:nvSpPr>
        <p:spPr>
          <a:xfrm>
            <a:off x="8655685" y="2151092"/>
            <a:ext cx="1260000" cy="426459"/>
          </a:xfrm>
          <a:prstGeom prst="roundRect">
            <a:avLst>
              <a:gd name="adj" fmla="val 16288"/>
            </a:avLst>
          </a:prstGeom>
          <a:solidFill>
            <a:srgbClr val="E4F6F8"/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ko-KR" altLang="en-U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9C6053A0-6BDF-8A92-2410-707F169666A6}"/>
              </a:ext>
            </a:extLst>
          </p:cNvPr>
          <p:cNvSpPr/>
          <p:nvPr/>
        </p:nvSpPr>
        <p:spPr>
          <a:xfrm>
            <a:off x="10287851" y="1478160"/>
            <a:ext cx="1800000" cy="463467"/>
          </a:xfrm>
          <a:prstGeom prst="roundRect">
            <a:avLst>
              <a:gd name="adj" fmla="val 9674"/>
            </a:avLst>
          </a:prstGeom>
          <a:solidFill>
            <a:srgbClr val="C9D3F3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intra-group router</a:t>
            </a:r>
            <a:endParaRPr lang="ko-KR" altLang="en-U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A9BC50C6-BF70-F72C-32EC-0D7F9DE498F6}"/>
              </a:ext>
            </a:extLst>
          </p:cNvPr>
          <p:cNvSpPr>
            <a:spLocks/>
          </p:cNvSpPr>
          <p:nvPr/>
        </p:nvSpPr>
        <p:spPr>
          <a:xfrm>
            <a:off x="10557849" y="2131838"/>
            <a:ext cx="1260000" cy="426459"/>
          </a:xfrm>
          <a:prstGeom prst="roundRect">
            <a:avLst>
              <a:gd name="adj" fmla="val 16288"/>
            </a:avLst>
          </a:prstGeom>
          <a:solidFill>
            <a:srgbClr val="E4F6F8"/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ko-KR" altLang="en-U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5B1FDA58-370F-9723-62E0-ACB101DC195A}"/>
              </a:ext>
            </a:extLst>
          </p:cNvPr>
          <p:cNvCxnSpPr>
            <a:stCxn id="132" idx="2"/>
            <a:endCxn id="137" idx="0"/>
          </p:cNvCxnSpPr>
          <p:nvPr/>
        </p:nvCxnSpPr>
        <p:spPr>
          <a:xfrm flipH="1">
            <a:off x="7383520" y="1238961"/>
            <a:ext cx="1905427" cy="239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BB70C7C4-0CE1-1BAA-E529-59657698E62D}"/>
              </a:ext>
            </a:extLst>
          </p:cNvPr>
          <p:cNvCxnSpPr>
            <a:stCxn id="132" idx="2"/>
            <a:endCxn id="139" idx="0"/>
          </p:cNvCxnSpPr>
          <p:nvPr/>
        </p:nvCxnSpPr>
        <p:spPr>
          <a:xfrm flipH="1">
            <a:off x="9285687" y="1238961"/>
            <a:ext cx="3260" cy="239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B0E91762-03ED-0EDA-4271-B8CA014DB097}"/>
              </a:ext>
            </a:extLst>
          </p:cNvPr>
          <p:cNvCxnSpPr>
            <a:cxnSpLocks/>
            <a:stCxn id="135" idx="2"/>
            <a:endCxn id="141" idx="0"/>
          </p:cNvCxnSpPr>
          <p:nvPr/>
        </p:nvCxnSpPr>
        <p:spPr>
          <a:xfrm>
            <a:off x="9312587" y="1124779"/>
            <a:ext cx="1875264" cy="353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2959CE80-B4FB-9EF0-CD01-73240271CE9C}"/>
              </a:ext>
            </a:extLst>
          </p:cNvPr>
          <p:cNvCxnSpPr>
            <a:cxnSpLocks/>
            <a:stCxn id="137" idx="2"/>
            <a:endCxn id="138" idx="0"/>
          </p:cNvCxnSpPr>
          <p:nvPr/>
        </p:nvCxnSpPr>
        <p:spPr>
          <a:xfrm>
            <a:off x="7383521" y="1941628"/>
            <a:ext cx="0" cy="218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84653637-AC8E-34CB-50D6-98AA0A61F60A}"/>
              </a:ext>
            </a:extLst>
          </p:cNvPr>
          <p:cNvCxnSpPr>
            <a:stCxn id="139" idx="2"/>
            <a:endCxn id="140" idx="0"/>
          </p:cNvCxnSpPr>
          <p:nvPr/>
        </p:nvCxnSpPr>
        <p:spPr>
          <a:xfrm flipH="1">
            <a:off x="9285688" y="1941628"/>
            <a:ext cx="1" cy="209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38CC59A2-06D9-335B-564F-13C2EB307199}"/>
              </a:ext>
            </a:extLst>
          </p:cNvPr>
          <p:cNvCxnSpPr>
            <a:stCxn id="141" idx="2"/>
            <a:endCxn id="142" idx="0"/>
          </p:cNvCxnSpPr>
          <p:nvPr/>
        </p:nvCxnSpPr>
        <p:spPr>
          <a:xfrm flipH="1">
            <a:off x="11187850" y="1941627"/>
            <a:ext cx="3" cy="190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72D33D36-1851-1348-0015-1EADAE6BB28E}"/>
              </a:ext>
            </a:extLst>
          </p:cNvPr>
          <p:cNvSpPr/>
          <p:nvPr/>
        </p:nvSpPr>
        <p:spPr>
          <a:xfrm>
            <a:off x="8394808" y="3172004"/>
            <a:ext cx="2695865" cy="777257"/>
          </a:xfrm>
          <a:prstGeom prst="roundRect">
            <a:avLst>
              <a:gd name="adj" fmla="val 3432"/>
            </a:avLst>
          </a:prstGeom>
          <a:noFill/>
          <a:ln w="28575">
            <a:solidFill>
              <a:srgbClr val="F2A0A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C0031B5D-9DA2-E77C-658D-1F1BE5BD8C39}"/>
              </a:ext>
            </a:extLst>
          </p:cNvPr>
          <p:cNvSpPr/>
          <p:nvPr/>
        </p:nvSpPr>
        <p:spPr>
          <a:xfrm>
            <a:off x="8385688" y="2779733"/>
            <a:ext cx="2695865" cy="278440"/>
          </a:xfrm>
          <a:prstGeom prst="roundRect">
            <a:avLst>
              <a:gd name="adj" fmla="val 3432"/>
            </a:avLst>
          </a:prstGeom>
          <a:noFill/>
          <a:ln w="28575">
            <a:solidFill>
              <a:srgbClr val="F3F59D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A8E9068D-9374-A7D4-7A30-BEB97ABB1CE5}"/>
              </a:ext>
            </a:extLst>
          </p:cNvPr>
          <p:cNvSpPr/>
          <p:nvPr/>
        </p:nvSpPr>
        <p:spPr>
          <a:xfrm>
            <a:off x="9877784" y="3203988"/>
            <a:ext cx="1159919" cy="669139"/>
          </a:xfrm>
          <a:prstGeom prst="roundRect">
            <a:avLst>
              <a:gd name="adj" fmla="val 3432"/>
            </a:avLst>
          </a:prstGeom>
          <a:noFill/>
          <a:ln w="28575">
            <a:solidFill>
              <a:srgbClr val="C9D3F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2" name="연결선: 꺾임 151">
            <a:extLst>
              <a:ext uri="{FF2B5EF4-FFF2-40B4-BE49-F238E27FC236}">
                <a16:creationId xmlns:a16="http://schemas.microsoft.com/office/drawing/2014/main" id="{8729573B-5B26-19A2-75D2-A0DC561D7669}"/>
              </a:ext>
            </a:extLst>
          </p:cNvPr>
          <p:cNvCxnSpPr>
            <a:cxnSpLocks/>
            <a:stCxn id="138" idx="2"/>
            <a:endCxn id="149" idx="1"/>
          </p:cNvCxnSpPr>
          <p:nvPr/>
        </p:nvCxnSpPr>
        <p:spPr>
          <a:xfrm rot="16200000" flipH="1">
            <a:off x="7401985" y="2567812"/>
            <a:ext cx="974356" cy="10112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" name="연결선: 꺾임 152">
            <a:extLst>
              <a:ext uri="{FF2B5EF4-FFF2-40B4-BE49-F238E27FC236}">
                <a16:creationId xmlns:a16="http://schemas.microsoft.com/office/drawing/2014/main" id="{429DFCCF-0552-DA17-0778-FD6615955EFB}"/>
              </a:ext>
            </a:extLst>
          </p:cNvPr>
          <p:cNvCxnSpPr>
            <a:cxnSpLocks/>
            <a:stCxn id="140" idx="2"/>
            <a:endCxn id="150" idx="0"/>
          </p:cNvCxnSpPr>
          <p:nvPr/>
        </p:nvCxnSpPr>
        <p:spPr>
          <a:xfrm rot="16200000" flipH="1">
            <a:off x="9408559" y="2454675"/>
            <a:ext cx="202184" cy="4479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연결선: 꺾임 153">
            <a:extLst>
              <a:ext uri="{FF2B5EF4-FFF2-40B4-BE49-F238E27FC236}">
                <a16:creationId xmlns:a16="http://schemas.microsoft.com/office/drawing/2014/main" id="{73DDD72C-A719-E056-FA61-68F0C6617CF0}"/>
              </a:ext>
            </a:extLst>
          </p:cNvPr>
          <p:cNvCxnSpPr>
            <a:cxnSpLocks/>
            <a:stCxn id="142" idx="2"/>
            <a:endCxn id="149" idx="3"/>
          </p:cNvCxnSpPr>
          <p:nvPr/>
        </p:nvCxnSpPr>
        <p:spPr>
          <a:xfrm rot="5400000">
            <a:off x="10638093" y="3010875"/>
            <a:ext cx="1002336" cy="971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54DFEB92-07CD-896A-C9A9-E7E7A5B63542}"/>
              </a:ext>
            </a:extLst>
          </p:cNvPr>
          <p:cNvSpPr txBox="1"/>
          <p:nvPr/>
        </p:nvSpPr>
        <p:spPr>
          <a:xfrm>
            <a:off x="-8750" y="85247"/>
            <a:ext cx="41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23A2CB4-F34B-C979-36EC-8F3921087EAD}"/>
              </a:ext>
            </a:extLst>
          </p:cNvPr>
          <p:cNvSpPr txBox="1"/>
          <p:nvPr/>
        </p:nvSpPr>
        <p:spPr>
          <a:xfrm>
            <a:off x="5878970" y="85247"/>
            <a:ext cx="41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ko-KR" alt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729F509-03C2-F3D3-7456-75AAC6211F49}"/>
              </a:ext>
            </a:extLst>
          </p:cNvPr>
          <p:cNvSpPr txBox="1"/>
          <p:nvPr/>
        </p:nvSpPr>
        <p:spPr>
          <a:xfrm>
            <a:off x="3997970" y="4675455"/>
            <a:ext cx="1625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Repeated over stage</a:t>
            </a:r>
            <a:endParaRPr lang="ko-K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EBF97743-BC9F-48C1-4D82-2925C528250A}"/>
              </a:ext>
            </a:extLst>
          </p:cNvPr>
          <p:cNvSpPr txBox="1"/>
          <p:nvPr/>
        </p:nvSpPr>
        <p:spPr>
          <a:xfrm>
            <a:off x="2735147" y="4042931"/>
            <a:ext cx="277200" cy="276999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ko-KR" altLang="en-US"/>
              <a:t>⊗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012632C-0B56-BD55-8508-EC18EB83443B}"/>
              </a:ext>
            </a:extLst>
          </p:cNvPr>
          <p:cNvSpPr txBox="1"/>
          <p:nvPr/>
        </p:nvSpPr>
        <p:spPr>
          <a:xfrm>
            <a:off x="2615359" y="4100179"/>
            <a:ext cx="277200" cy="276999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ko-KR" altLang="en-US"/>
              <a:t>⊗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79BA7CD-0516-F696-AC5A-C662BD961F5C}"/>
              </a:ext>
            </a:extLst>
          </p:cNvPr>
          <p:cNvSpPr txBox="1"/>
          <p:nvPr/>
        </p:nvSpPr>
        <p:spPr>
          <a:xfrm>
            <a:off x="1045145" y="4233347"/>
            <a:ext cx="277200" cy="276999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ko-KR" altLang="en-US"/>
              <a:t>⊗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C565817-B690-4887-E7BF-6F7A0C179985}"/>
              </a:ext>
            </a:extLst>
          </p:cNvPr>
          <p:cNvSpPr txBox="1"/>
          <p:nvPr/>
        </p:nvSpPr>
        <p:spPr>
          <a:xfrm>
            <a:off x="922095" y="4280952"/>
            <a:ext cx="277200" cy="276999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ko-KR" altLang="en-US"/>
              <a:t>⊗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8C2D77D-6DA1-FB77-6DA6-5F911D770030}"/>
              </a:ext>
            </a:extLst>
          </p:cNvPr>
          <p:cNvSpPr txBox="1"/>
          <p:nvPr/>
        </p:nvSpPr>
        <p:spPr>
          <a:xfrm>
            <a:off x="809981" y="4332519"/>
            <a:ext cx="277200" cy="276999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ko-KR" altLang="en-US"/>
              <a:t>⊗</a:t>
            </a:r>
          </a:p>
        </p:txBody>
      </p:sp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94F7EB6B-97BF-07F1-C072-4135BBD50F51}"/>
              </a:ext>
            </a:extLst>
          </p:cNvPr>
          <p:cNvSpPr>
            <a:spLocks/>
          </p:cNvSpPr>
          <p:nvPr/>
        </p:nvSpPr>
        <p:spPr>
          <a:xfrm>
            <a:off x="2552902" y="3255856"/>
            <a:ext cx="888935" cy="422275"/>
          </a:xfrm>
          <a:prstGeom prst="roundRect">
            <a:avLst>
              <a:gd name="adj" fmla="val 16288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4" name="직선 화살표 연결선 163">
            <a:extLst>
              <a:ext uri="{FF2B5EF4-FFF2-40B4-BE49-F238E27FC236}">
                <a16:creationId xmlns:a16="http://schemas.microsoft.com/office/drawing/2014/main" id="{E3291878-EF7E-D513-1085-91022DD471F4}"/>
              </a:ext>
            </a:extLst>
          </p:cNvPr>
          <p:cNvCxnSpPr>
            <a:cxnSpLocks/>
            <a:stCxn id="163" idx="2"/>
            <a:endCxn id="117" idx="0"/>
          </p:cNvCxnSpPr>
          <p:nvPr/>
        </p:nvCxnSpPr>
        <p:spPr>
          <a:xfrm>
            <a:off x="2997369" y="3678130"/>
            <a:ext cx="0" cy="3086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사각형: 둥근 모서리 164">
            <a:extLst>
              <a:ext uri="{FF2B5EF4-FFF2-40B4-BE49-F238E27FC236}">
                <a16:creationId xmlns:a16="http://schemas.microsoft.com/office/drawing/2014/main" id="{7C038E0E-812D-4D1A-9B29-1543480F8D8E}"/>
              </a:ext>
            </a:extLst>
          </p:cNvPr>
          <p:cNvSpPr>
            <a:spLocks/>
          </p:cNvSpPr>
          <p:nvPr/>
        </p:nvSpPr>
        <p:spPr>
          <a:xfrm>
            <a:off x="2432253" y="3343170"/>
            <a:ext cx="888935" cy="422275"/>
          </a:xfrm>
          <a:prstGeom prst="roundRect">
            <a:avLst>
              <a:gd name="adj" fmla="val 16288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BDE793A5-6D3B-252A-AAC3-3CDFF5B58209}"/>
              </a:ext>
            </a:extLst>
          </p:cNvPr>
          <p:cNvCxnSpPr>
            <a:cxnSpLocks/>
            <a:stCxn id="165" idx="2"/>
            <a:endCxn id="158" idx="0"/>
          </p:cNvCxnSpPr>
          <p:nvPr/>
        </p:nvCxnSpPr>
        <p:spPr>
          <a:xfrm flipH="1">
            <a:off x="2873748" y="3765444"/>
            <a:ext cx="2973" cy="277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B4604D4D-FBBC-0B17-A286-85412C292E0B}"/>
              </a:ext>
            </a:extLst>
          </p:cNvPr>
          <p:cNvSpPr>
            <a:spLocks/>
          </p:cNvSpPr>
          <p:nvPr/>
        </p:nvSpPr>
        <p:spPr>
          <a:xfrm>
            <a:off x="2311602" y="3449903"/>
            <a:ext cx="888935" cy="422275"/>
          </a:xfrm>
          <a:prstGeom prst="roundRect">
            <a:avLst>
              <a:gd name="adj" fmla="val 16288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FFN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0C3117F5-2BC1-85C3-7575-E5AE8F91E6BB}"/>
              </a:ext>
            </a:extLst>
          </p:cNvPr>
          <p:cNvCxnSpPr>
            <a:cxnSpLocks/>
            <a:stCxn id="167" idx="2"/>
            <a:endCxn id="159" idx="0"/>
          </p:cNvCxnSpPr>
          <p:nvPr/>
        </p:nvCxnSpPr>
        <p:spPr>
          <a:xfrm flipH="1">
            <a:off x="2753959" y="3872178"/>
            <a:ext cx="2110" cy="2280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15F69C66-5E1C-A8C2-74A9-EE6D71E26150}"/>
              </a:ext>
            </a:extLst>
          </p:cNvPr>
          <p:cNvSpPr>
            <a:spLocks/>
          </p:cNvSpPr>
          <p:nvPr/>
        </p:nvSpPr>
        <p:spPr>
          <a:xfrm>
            <a:off x="615230" y="3343170"/>
            <a:ext cx="888935" cy="422275"/>
          </a:xfrm>
          <a:prstGeom prst="roundRect">
            <a:avLst>
              <a:gd name="adj" fmla="val 16288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4F011CAC-4A18-AEE0-82E9-8E1D11776EDC}"/>
              </a:ext>
            </a:extLst>
          </p:cNvPr>
          <p:cNvSpPr>
            <a:spLocks/>
          </p:cNvSpPr>
          <p:nvPr/>
        </p:nvSpPr>
        <p:spPr>
          <a:xfrm>
            <a:off x="494581" y="3449903"/>
            <a:ext cx="888935" cy="422275"/>
          </a:xfrm>
          <a:prstGeom prst="roundRect">
            <a:avLst>
              <a:gd name="adj" fmla="val 16288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FFN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1" name="연결선: 꺾임 170">
            <a:extLst>
              <a:ext uri="{FF2B5EF4-FFF2-40B4-BE49-F238E27FC236}">
                <a16:creationId xmlns:a16="http://schemas.microsoft.com/office/drawing/2014/main" id="{F1F8EA1B-2634-9828-C2AE-A6B7D6EAF502}"/>
              </a:ext>
            </a:extLst>
          </p:cNvPr>
          <p:cNvCxnSpPr>
            <a:cxnSpLocks/>
            <a:stCxn id="162" idx="2"/>
            <a:endCxn id="112" idx="1"/>
          </p:cNvCxnSpPr>
          <p:nvPr/>
        </p:nvCxnSpPr>
        <p:spPr>
          <a:xfrm rot="16200000" flipH="1">
            <a:off x="1812691" y="3745407"/>
            <a:ext cx="209406" cy="19376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연결선: 꺾임 171">
            <a:extLst>
              <a:ext uri="{FF2B5EF4-FFF2-40B4-BE49-F238E27FC236}">
                <a16:creationId xmlns:a16="http://schemas.microsoft.com/office/drawing/2014/main" id="{E7F0E771-1A16-C43C-F354-3E509DA46D48}"/>
              </a:ext>
            </a:extLst>
          </p:cNvPr>
          <p:cNvCxnSpPr>
            <a:stCxn id="161" idx="2"/>
            <a:endCxn id="112" idx="1"/>
          </p:cNvCxnSpPr>
          <p:nvPr/>
        </p:nvCxnSpPr>
        <p:spPr>
          <a:xfrm rot="16200000" flipH="1">
            <a:off x="1842966" y="3775680"/>
            <a:ext cx="260973" cy="182551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" name="연결선: 꺾임 172">
            <a:extLst>
              <a:ext uri="{FF2B5EF4-FFF2-40B4-BE49-F238E27FC236}">
                <a16:creationId xmlns:a16="http://schemas.microsoft.com/office/drawing/2014/main" id="{EDE01397-78F8-182F-5E62-2871B709282F}"/>
              </a:ext>
            </a:extLst>
          </p:cNvPr>
          <p:cNvCxnSpPr>
            <a:cxnSpLocks/>
            <a:stCxn id="160" idx="2"/>
            <a:endCxn id="112" idx="1"/>
          </p:cNvCxnSpPr>
          <p:nvPr/>
        </p:nvCxnSpPr>
        <p:spPr>
          <a:xfrm rot="16200000" flipH="1">
            <a:off x="1880687" y="3813403"/>
            <a:ext cx="308578" cy="170246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" name="연결선: 꺾임 173">
            <a:extLst>
              <a:ext uri="{FF2B5EF4-FFF2-40B4-BE49-F238E27FC236}">
                <a16:creationId xmlns:a16="http://schemas.microsoft.com/office/drawing/2014/main" id="{17F87106-68F0-DBDB-5497-B8BC18F5E784}"/>
              </a:ext>
            </a:extLst>
          </p:cNvPr>
          <p:cNvCxnSpPr>
            <a:cxnSpLocks/>
            <a:stCxn id="103" idx="2"/>
            <a:endCxn id="165" idx="0"/>
          </p:cNvCxnSpPr>
          <p:nvPr/>
        </p:nvCxnSpPr>
        <p:spPr>
          <a:xfrm rot="16200000" flipH="1">
            <a:off x="2283562" y="2750012"/>
            <a:ext cx="309563" cy="8767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연결선: 꺾임 174">
            <a:extLst>
              <a:ext uri="{FF2B5EF4-FFF2-40B4-BE49-F238E27FC236}">
                <a16:creationId xmlns:a16="http://schemas.microsoft.com/office/drawing/2014/main" id="{F2156060-2DFD-65B2-8FFD-08601D18BF97}"/>
              </a:ext>
            </a:extLst>
          </p:cNvPr>
          <p:cNvCxnSpPr>
            <a:cxnSpLocks/>
            <a:stCxn id="103" idx="2"/>
            <a:endCxn id="167" idx="0"/>
          </p:cNvCxnSpPr>
          <p:nvPr/>
        </p:nvCxnSpPr>
        <p:spPr>
          <a:xfrm rot="16200000" flipH="1">
            <a:off x="2169869" y="2863704"/>
            <a:ext cx="416296" cy="7561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연결선: 꺾임 175">
            <a:extLst>
              <a:ext uri="{FF2B5EF4-FFF2-40B4-BE49-F238E27FC236}">
                <a16:creationId xmlns:a16="http://schemas.microsoft.com/office/drawing/2014/main" id="{6E0A4950-9115-94DE-3072-2F936E37C64F}"/>
              </a:ext>
            </a:extLst>
          </p:cNvPr>
          <p:cNvCxnSpPr>
            <a:cxnSpLocks/>
            <a:stCxn id="103" idx="2"/>
            <a:endCxn id="170" idx="0"/>
          </p:cNvCxnSpPr>
          <p:nvPr/>
        </p:nvCxnSpPr>
        <p:spPr>
          <a:xfrm rot="5400000">
            <a:off x="1261358" y="2711297"/>
            <a:ext cx="416296" cy="10609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500B4A9D-C7DC-12AB-9B1C-20426CF0198D}"/>
                  </a:ext>
                </a:extLst>
              </p:cNvPr>
              <p:cNvSpPr txBox="1"/>
              <p:nvPr/>
            </p:nvSpPr>
            <p:spPr>
              <a:xfrm>
                <a:off x="1087182" y="302264"/>
                <a:ext cx="42497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sequence: </a:t>
                </a:r>
                <a14:m>
                  <m:oMath xmlns:m="http://schemas.openxmlformats.org/officeDocument/2006/math">
                    <m:r>
                      <a:rPr lang="en-US" altLang="ko-KR" sz="1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},  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𝑓𝑒𝑎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500B4A9D-C7DC-12AB-9B1C-20426CF01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82" y="302264"/>
                <a:ext cx="4249792" cy="369332"/>
              </a:xfrm>
              <a:prstGeom prst="rect">
                <a:avLst/>
              </a:prstGeom>
              <a:blipFill>
                <a:blip r:embed="rId5"/>
                <a:stretch>
                  <a:fillRect l="-1148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28452987-19A9-A85B-3C4F-F446C003644B}"/>
              </a:ext>
            </a:extLst>
          </p:cNvPr>
          <p:cNvCxnSpPr>
            <a:cxnSpLocks/>
            <a:stCxn id="177" idx="2"/>
            <a:endCxn id="99" idx="0"/>
          </p:cNvCxnSpPr>
          <p:nvPr/>
        </p:nvCxnSpPr>
        <p:spPr>
          <a:xfrm flipH="1">
            <a:off x="1999968" y="671596"/>
            <a:ext cx="1212111" cy="458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1875F896-4351-BDB0-8A3F-1470ABE8F56B}"/>
              </a:ext>
            </a:extLst>
          </p:cNvPr>
          <p:cNvCxnSpPr>
            <a:cxnSpLocks/>
            <a:stCxn id="177" idx="2"/>
            <a:endCxn id="105" idx="0"/>
          </p:cNvCxnSpPr>
          <p:nvPr/>
        </p:nvCxnSpPr>
        <p:spPr>
          <a:xfrm>
            <a:off x="3212079" y="671596"/>
            <a:ext cx="1257417" cy="473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76CD0E75-4404-800F-94A9-4225B855087D}"/>
                  </a:ext>
                </a:extLst>
              </p:cNvPr>
              <p:cNvSpPr txBox="1"/>
              <p:nvPr/>
            </p:nvSpPr>
            <p:spPr>
              <a:xfrm>
                <a:off x="76712" y="711225"/>
                <a:ext cx="302689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,…,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ko-KR" altLang="en-US" sz="1400"/>
              </a:p>
            </p:txBody>
          </p:sp>
        </mc:Choice>
        <mc:Fallback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76CD0E75-4404-800F-94A9-4225B8550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2" y="711225"/>
                <a:ext cx="3026891" cy="307777"/>
              </a:xfrm>
              <a:prstGeom prst="rect">
                <a:avLst/>
              </a:prstGeom>
              <a:blipFill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4B40AE07-9CF9-A6DE-49D4-841EC5A43D63}"/>
                  </a:ext>
                </a:extLst>
              </p:cNvPr>
              <p:cNvSpPr txBox="1"/>
              <p:nvPr/>
            </p:nvSpPr>
            <p:spPr>
              <a:xfrm>
                <a:off x="3679492" y="712695"/>
                <a:ext cx="266444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𝑓𝑒𝑎𝑡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𝑓𝑒𝑎𝑡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𝑓𝑒𝑎𝑡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ko-KR" altLang="en-US" sz="1400"/>
              </a:p>
            </p:txBody>
          </p:sp>
        </mc:Choice>
        <mc:Fallback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4B40AE07-9CF9-A6DE-49D4-841EC5A43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492" y="712695"/>
                <a:ext cx="2664447" cy="307777"/>
              </a:xfrm>
              <a:prstGeom prst="rect">
                <a:avLst/>
              </a:prstGeom>
              <a:blipFill>
                <a:blip r:embed="rId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DFCAA77F-A6E3-9C21-1845-E3818D9E9B40}"/>
              </a:ext>
            </a:extLst>
          </p:cNvPr>
          <p:cNvCxnSpPr>
            <a:cxnSpLocks/>
            <a:stCxn id="101" idx="2"/>
          </p:cNvCxnSpPr>
          <p:nvPr/>
        </p:nvCxnSpPr>
        <p:spPr>
          <a:xfrm flipH="1">
            <a:off x="2997268" y="5638446"/>
            <a:ext cx="1" cy="253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6D00B089-CCCA-6126-9FA5-52A2127913B7}"/>
                  </a:ext>
                </a:extLst>
              </p:cNvPr>
              <p:cNvSpPr txBox="1"/>
              <p:nvPr/>
            </p:nvSpPr>
            <p:spPr>
              <a:xfrm>
                <a:off x="948581" y="5860790"/>
                <a:ext cx="42497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predicted sequence: </a:t>
                </a:r>
                <a14:m>
                  <m:oMath xmlns:m="http://schemas.openxmlformats.org/officeDocument/2006/math">
                    <m:r>
                      <a:rPr lang="en-US" altLang="ko-KR" sz="1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𝑖𝑑</m:t>
                            </m:r>
                          </m:e>
                        </m:acc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𝑖𝑑</m:t>
                            </m:r>
                          </m:e>
                        </m:acc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𝑖𝑑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ko-KR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6D00B089-CCCA-6126-9FA5-52A212791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581" y="5860790"/>
                <a:ext cx="4249792" cy="369332"/>
              </a:xfrm>
              <a:prstGeom prst="rect">
                <a:avLst/>
              </a:prstGeom>
              <a:blipFill>
                <a:blip r:embed="rId8"/>
                <a:stretch>
                  <a:fillRect l="-1291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8D7DBEA5-A7F8-0316-8E9A-BE0DA0D87618}"/>
              </a:ext>
            </a:extLst>
          </p:cNvPr>
          <p:cNvSpPr>
            <a:spLocks/>
          </p:cNvSpPr>
          <p:nvPr/>
        </p:nvSpPr>
        <p:spPr>
          <a:xfrm>
            <a:off x="6726690" y="4297350"/>
            <a:ext cx="5040000" cy="540000"/>
          </a:xfrm>
          <a:prstGeom prst="roundRect">
            <a:avLst>
              <a:gd name="adj" fmla="val 6032"/>
            </a:avLst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 stage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9186A177-0BC1-500A-7A7B-B9CD84BDEEAE}"/>
              </a:ext>
            </a:extLst>
          </p:cNvPr>
          <p:cNvSpPr>
            <a:spLocks/>
          </p:cNvSpPr>
          <p:nvPr/>
        </p:nvSpPr>
        <p:spPr>
          <a:xfrm>
            <a:off x="6726690" y="4952453"/>
            <a:ext cx="5040000" cy="540000"/>
          </a:xfrm>
          <a:prstGeom prst="roundRect">
            <a:avLst>
              <a:gd name="adj" fmla="val 6032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 stage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사각형: 둥근 모서리 185">
            <a:extLst>
              <a:ext uri="{FF2B5EF4-FFF2-40B4-BE49-F238E27FC236}">
                <a16:creationId xmlns:a16="http://schemas.microsoft.com/office/drawing/2014/main" id="{6F755C78-DEE7-66E4-4DAB-DEFE30467FC4}"/>
              </a:ext>
            </a:extLst>
          </p:cNvPr>
          <p:cNvSpPr>
            <a:spLocks/>
          </p:cNvSpPr>
          <p:nvPr/>
        </p:nvSpPr>
        <p:spPr>
          <a:xfrm>
            <a:off x="6726690" y="5609011"/>
            <a:ext cx="5040000" cy="540000"/>
          </a:xfrm>
          <a:prstGeom prst="roundRect">
            <a:avLst>
              <a:gd name="adj" fmla="val 6032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 stage</a:t>
            </a:r>
            <a:endParaRPr lang="ko-KR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7D6D5D89-256B-B101-F498-A3BDB0031767}"/>
              </a:ext>
            </a:extLst>
          </p:cNvPr>
          <p:cNvSpPr/>
          <p:nvPr/>
        </p:nvSpPr>
        <p:spPr>
          <a:xfrm>
            <a:off x="9115354" y="5713181"/>
            <a:ext cx="1435215" cy="324000"/>
          </a:xfrm>
          <a:prstGeom prst="roundRect">
            <a:avLst>
              <a:gd name="adj" fmla="val 9674"/>
            </a:avLst>
          </a:prstGeom>
          <a:solidFill>
            <a:srgbClr val="F7C5C5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flat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8591CC2F-972F-3571-BF1B-B3AD2DC482F6}"/>
              </a:ext>
            </a:extLst>
          </p:cNvPr>
          <p:cNvSpPr/>
          <p:nvPr/>
        </p:nvSpPr>
        <p:spPr>
          <a:xfrm>
            <a:off x="8222711" y="4419449"/>
            <a:ext cx="1440000" cy="324000"/>
          </a:xfrm>
          <a:prstGeom prst="roundRect">
            <a:avLst>
              <a:gd name="adj" fmla="val 9674"/>
            </a:avLst>
          </a:prstGeom>
          <a:solidFill>
            <a:srgbClr val="F3F59D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inter-group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3ED24C31-98A5-AF6F-A4A0-A5DA35E3F3B7}"/>
              </a:ext>
            </a:extLst>
          </p:cNvPr>
          <p:cNvSpPr/>
          <p:nvPr/>
        </p:nvSpPr>
        <p:spPr>
          <a:xfrm>
            <a:off x="9958361" y="4419449"/>
            <a:ext cx="1440000" cy="324000"/>
          </a:xfrm>
          <a:prstGeom prst="roundRect">
            <a:avLst>
              <a:gd name="adj" fmla="val 9674"/>
            </a:avLst>
          </a:prstGeom>
          <a:solidFill>
            <a:srgbClr val="C9D3F3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intra-group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4085ECF1-2B0F-B9A0-6F14-35F390D32234}"/>
              </a:ext>
            </a:extLst>
          </p:cNvPr>
          <p:cNvSpPr/>
          <p:nvPr/>
        </p:nvSpPr>
        <p:spPr>
          <a:xfrm>
            <a:off x="8164282" y="5059385"/>
            <a:ext cx="1080000" cy="324000"/>
          </a:xfrm>
          <a:prstGeom prst="roundRect">
            <a:avLst>
              <a:gd name="adj" fmla="val 9674"/>
            </a:avLst>
          </a:prstGeom>
          <a:solidFill>
            <a:srgbClr val="F3F59D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inter-group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사각형: 둥근 모서리 190">
            <a:extLst>
              <a:ext uri="{FF2B5EF4-FFF2-40B4-BE49-F238E27FC236}">
                <a16:creationId xmlns:a16="http://schemas.microsoft.com/office/drawing/2014/main" id="{DF0D5D98-DE19-D975-A433-14C00489D2E8}"/>
              </a:ext>
            </a:extLst>
          </p:cNvPr>
          <p:cNvSpPr/>
          <p:nvPr/>
        </p:nvSpPr>
        <p:spPr>
          <a:xfrm>
            <a:off x="9306737" y="5060566"/>
            <a:ext cx="1080000" cy="324000"/>
          </a:xfrm>
          <a:prstGeom prst="roundRect">
            <a:avLst>
              <a:gd name="adj" fmla="val 9674"/>
            </a:avLst>
          </a:prstGeom>
          <a:solidFill>
            <a:srgbClr val="C9D3F3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intra-group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A2946E40-E044-D533-D105-5C2053F6D3DC}"/>
              </a:ext>
            </a:extLst>
          </p:cNvPr>
          <p:cNvSpPr/>
          <p:nvPr/>
        </p:nvSpPr>
        <p:spPr>
          <a:xfrm>
            <a:off x="10457741" y="5060566"/>
            <a:ext cx="1080000" cy="324000"/>
          </a:xfrm>
          <a:prstGeom prst="roundRect">
            <a:avLst>
              <a:gd name="adj" fmla="val 9674"/>
            </a:avLst>
          </a:prstGeom>
          <a:solidFill>
            <a:srgbClr val="F7C5C5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flat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2C3214B2-8BD5-F170-E36B-AA033F34100E}"/>
              </a:ext>
            </a:extLst>
          </p:cNvPr>
          <p:cNvSpPr txBox="1"/>
          <p:nvPr/>
        </p:nvSpPr>
        <p:spPr>
          <a:xfrm>
            <a:off x="5881790" y="3981780"/>
            <a:ext cx="41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563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119</Words>
  <Application>Microsoft Office PowerPoint</Application>
  <PresentationFormat>사용자 지정</PresentationFormat>
  <Paragraphs>52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송준영</dc:creator>
  <cp:lastModifiedBy>송준영</cp:lastModifiedBy>
  <cp:revision>1</cp:revision>
  <dcterms:created xsi:type="dcterms:W3CDTF">2026-04-08T05:36:23Z</dcterms:created>
  <dcterms:modified xsi:type="dcterms:W3CDTF">2026-04-08T05:37:09Z</dcterms:modified>
</cp:coreProperties>
</file>