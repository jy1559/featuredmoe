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0" r:id="rId2"/>
  </p:sldIdLst>
  <p:sldSz cx="12192000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80" y="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01553"/>
            <a:ext cx="9144000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14319"/>
            <a:ext cx="9144000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70CE-E1BA-48D1-A423-B8D60529F8C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2EC1-5B82-4AD4-8F14-05392E98D9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775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70CE-E1BA-48D1-A423-B8D60529F8C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2EC1-5B82-4AD4-8F14-05392E98D9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46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25704"/>
            <a:ext cx="10515600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095459"/>
            <a:ext cx="10515600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tint val="82000"/>
                  </a:schemeClr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82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82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82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82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82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82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82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70CE-E1BA-48D1-A423-B8D60529F8C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2EC1-5B82-4AD4-8F14-05392E98D9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653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29117"/>
            <a:ext cx="5181600" cy="388296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29117"/>
            <a:ext cx="5181600" cy="388296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70CE-E1BA-48D1-A423-B8D60529F8C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2EC1-5B82-4AD4-8F14-05392E98D9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005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25824"/>
            <a:ext cx="10515600" cy="118288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500205"/>
            <a:ext cx="515778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235432"/>
            <a:ext cx="5157787" cy="32879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00205"/>
            <a:ext cx="5183188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35432"/>
            <a:ext cx="5183188" cy="32879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70CE-E1BA-48D1-A423-B8D60529F8C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2EC1-5B82-4AD4-8F14-05392E98D9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949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70CE-E1BA-48D1-A423-B8D60529F8C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2EC1-5B82-4AD4-8F14-05392E98D9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9239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70CE-E1BA-48D1-A423-B8D60529F8C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2EC1-5B82-4AD4-8F14-05392E98D9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86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7988"/>
            <a:ext cx="3932237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81140"/>
            <a:ext cx="6172200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35944"/>
            <a:ext cx="3932237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70CE-E1BA-48D1-A423-B8D60529F8C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2EC1-5B82-4AD4-8F14-05392E98D9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353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7988"/>
            <a:ext cx="3932237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81140"/>
            <a:ext cx="6172200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35944"/>
            <a:ext cx="3932237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70CE-E1BA-48D1-A423-B8D60529F8C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2EC1-5B82-4AD4-8F14-05392E98D9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70CE-E1BA-48D1-A423-B8D60529F8C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2EC1-5B82-4AD4-8F14-05392E98D9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618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25823"/>
            <a:ext cx="2628900" cy="518625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25823"/>
            <a:ext cx="7734300" cy="518625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570CE-E1BA-48D1-A423-B8D60529F8C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B2EC1-5B82-4AD4-8F14-05392E98D9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712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25824"/>
            <a:ext cx="10515600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29117"/>
            <a:ext cx="10515600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672161"/>
            <a:ext cx="274320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3570CE-E1BA-48D1-A423-B8D60529F8C6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672161"/>
            <a:ext cx="411480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672161"/>
            <a:ext cx="274320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DB2EC1-5B82-4AD4-8F14-05392E98D9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510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16011" rtl="0" eaLnBrk="1" latinLnBrk="1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1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1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1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1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1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1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1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1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1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1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1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1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1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1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1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1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1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1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sv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ADF45-C73D-2303-86A6-D3A19BCC3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E689C24-836F-3C07-D628-40CE381E7F69}"/>
              </a:ext>
            </a:extLst>
          </p:cNvPr>
          <p:cNvSpPr>
            <a:spLocks/>
          </p:cNvSpPr>
          <p:nvPr/>
        </p:nvSpPr>
        <p:spPr>
          <a:xfrm>
            <a:off x="5872506" y="425108"/>
            <a:ext cx="4630679" cy="1468367"/>
          </a:xfrm>
          <a:prstGeom prst="roundRect">
            <a:avLst>
              <a:gd name="adj" fmla="val 6032"/>
            </a:avLst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E6C7E3F-5F24-D5B1-BEAB-0CA81E610EC7}"/>
              </a:ext>
            </a:extLst>
          </p:cNvPr>
          <p:cNvSpPr>
            <a:spLocks/>
          </p:cNvSpPr>
          <p:nvPr/>
        </p:nvSpPr>
        <p:spPr>
          <a:xfrm>
            <a:off x="8616105" y="634819"/>
            <a:ext cx="1753871" cy="1218613"/>
          </a:xfrm>
          <a:prstGeom prst="roundRect">
            <a:avLst>
              <a:gd name="adj" fmla="val 6032"/>
            </a:avLst>
          </a:prstGeom>
          <a:solidFill>
            <a:srgbClr val="FBE3D6">
              <a:alpha val="69804"/>
            </a:srgbClr>
          </a:solidFill>
          <a:ln w="28575">
            <a:solidFill>
              <a:schemeClr val="accent2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50FA358-79A6-0568-1D34-5C22E8E843D7}"/>
              </a:ext>
            </a:extLst>
          </p:cNvPr>
          <p:cNvSpPr>
            <a:spLocks/>
          </p:cNvSpPr>
          <p:nvPr/>
        </p:nvSpPr>
        <p:spPr>
          <a:xfrm>
            <a:off x="590712" y="438492"/>
            <a:ext cx="5145620" cy="1468367"/>
          </a:xfrm>
          <a:prstGeom prst="roundRect">
            <a:avLst>
              <a:gd name="adj" fmla="val 6032"/>
            </a:avLst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2">
                <a:lumMod val="90000"/>
                <a:lumOff val="1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래픽 5" descr="축구공 단색으로 채워진">
            <a:extLst>
              <a:ext uri="{FF2B5EF4-FFF2-40B4-BE49-F238E27FC236}">
                <a16:creationId xmlns:a16="http://schemas.microsoft.com/office/drawing/2014/main" id="{0695DAC4-3A7E-D026-0707-A7A6D6BC25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9968" y="696176"/>
            <a:ext cx="720000" cy="720000"/>
          </a:xfrm>
          <a:prstGeom prst="rect">
            <a:avLst/>
          </a:prstGeom>
        </p:spPr>
      </p:pic>
      <p:pic>
        <p:nvPicPr>
          <p:cNvPr id="7" name="그래픽 6" descr="일렉트릭 기타 단색으로 채워진">
            <a:extLst>
              <a:ext uri="{FF2B5EF4-FFF2-40B4-BE49-F238E27FC236}">
                <a16:creationId xmlns:a16="http://schemas.microsoft.com/office/drawing/2014/main" id="{7626688B-2807-0AA6-E2B9-D428B8B0B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7798" y="696176"/>
            <a:ext cx="720000" cy="720000"/>
          </a:xfrm>
          <a:prstGeom prst="rect">
            <a:avLst/>
          </a:prstGeom>
        </p:spPr>
      </p:pic>
      <p:pic>
        <p:nvPicPr>
          <p:cNvPr id="8" name="그래픽 7" descr="이어폰 단색으로 채워진">
            <a:extLst>
              <a:ext uri="{FF2B5EF4-FFF2-40B4-BE49-F238E27FC236}">
                <a16:creationId xmlns:a16="http://schemas.microsoft.com/office/drawing/2014/main" id="{00000F02-3CD5-A992-178D-C5C6A03AA5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39466" y="745164"/>
            <a:ext cx="720000" cy="720000"/>
          </a:xfrm>
          <a:prstGeom prst="rect">
            <a:avLst/>
          </a:prstGeom>
        </p:spPr>
      </p:pic>
      <p:pic>
        <p:nvPicPr>
          <p:cNvPr id="13" name="그래픽 12" descr="스피커 단색으로 채워진">
            <a:extLst>
              <a:ext uri="{FF2B5EF4-FFF2-40B4-BE49-F238E27FC236}">
                <a16:creationId xmlns:a16="http://schemas.microsoft.com/office/drawing/2014/main" id="{248707C4-D768-7A0F-4D88-D169CDCB99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5640" y="716436"/>
            <a:ext cx="720000" cy="720000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8157479-1A82-9EA0-F638-C63F08864A3B}"/>
              </a:ext>
            </a:extLst>
          </p:cNvPr>
          <p:cNvSpPr/>
          <p:nvPr/>
        </p:nvSpPr>
        <p:spPr>
          <a:xfrm>
            <a:off x="6045201" y="548580"/>
            <a:ext cx="5447455" cy="947963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3B1C631-FF5D-2B0D-AA21-E255DE185C9D}"/>
              </a:ext>
            </a:extLst>
          </p:cNvPr>
          <p:cNvSpPr/>
          <p:nvPr/>
        </p:nvSpPr>
        <p:spPr>
          <a:xfrm>
            <a:off x="3312678" y="567389"/>
            <a:ext cx="2293527" cy="947963"/>
          </a:xfrm>
          <a:prstGeom prst="round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래픽 19" descr="타원 단색으로 채워진">
            <a:extLst>
              <a:ext uri="{FF2B5EF4-FFF2-40B4-BE49-F238E27FC236}">
                <a16:creationId xmlns:a16="http://schemas.microsoft.com/office/drawing/2014/main" id="{F13D0E5A-1FED-9014-182F-5457630C3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63073" y="690738"/>
            <a:ext cx="720000" cy="720000"/>
          </a:xfrm>
          <a:prstGeom prst="rect">
            <a:avLst/>
          </a:prstGeom>
        </p:spPr>
      </p:pic>
      <p:pic>
        <p:nvPicPr>
          <p:cNvPr id="21" name="그래픽 20" descr="야구 모자 단색으로 채워진">
            <a:extLst>
              <a:ext uri="{FF2B5EF4-FFF2-40B4-BE49-F238E27FC236}">
                <a16:creationId xmlns:a16="http://schemas.microsoft.com/office/drawing/2014/main" id="{034338C8-A3DD-10A9-4998-5CAC55F6FA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6674" y="722100"/>
            <a:ext cx="720000" cy="720000"/>
          </a:xfrm>
          <a:prstGeom prst="rect">
            <a:avLst/>
          </a:prstGeom>
        </p:spPr>
      </p:pic>
      <p:pic>
        <p:nvPicPr>
          <p:cNvPr id="22" name="그래픽 21" descr="바지 단색으로 채워진">
            <a:extLst>
              <a:ext uri="{FF2B5EF4-FFF2-40B4-BE49-F238E27FC236}">
                <a16:creationId xmlns:a16="http://schemas.microsoft.com/office/drawing/2014/main" id="{5B956366-FD8A-446E-CCDD-10ACA16F8A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76208" y="716198"/>
            <a:ext cx="720000" cy="720000"/>
          </a:xfrm>
          <a:prstGeom prst="rect">
            <a:avLst/>
          </a:prstGeom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AC41C6A-6076-78CE-D7E3-4E7BB292F1A5}"/>
              </a:ext>
            </a:extLst>
          </p:cNvPr>
          <p:cNvSpPr/>
          <p:nvPr/>
        </p:nvSpPr>
        <p:spPr>
          <a:xfrm>
            <a:off x="766734" y="582197"/>
            <a:ext cx="2309387" cy="947963"/>
          </a:xfrm>
          <a:prstGeom prst="round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래픽 23" descr="축구공 단색으로 채워진">
            <a:extLst>
              <a:ext uri="{FF2B5EF4-FFF2-40B4-BE49-F238E27FC236}">
                <a16:creationId xmlns:a16="http://schemas.microsoft.com/office/drawing/2014/main" id="{0A4B5279-3159-CA9A-A15A-ABF9FBBE7E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352" y="716198"/>
            <a:ext cx="720000" cy="720000"/>
          </a:xfrm>
          <a:prstGeom prst="rect">
            <a:avLst/>
          </a:prstGeom>
        </p:spPr>
      </p:pic>
      <p:pic>
        <p:nvPicPr>
          <p:cNvPr id="25" name="그래픽 24" descr="장화 단색으로 채워진">
            <a:extLst>
              <a:ext uri="{FF2B5EF4-FFF2-40B4-BE49-F238E27FC236}">
                <a16:creationId xmlns:a16="http://schemas.microsoft.com/office/drawing/2014/main" id="{AD4EC15C-4E53-FDAB-8665-5908C5CA5F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95508" y="703491"/>
            <a:ext cx="720000" cy="720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FFC4E38-A1FF-2AD7-C486-C69D686A6B0E}"/>
              </a:ext>
            </a:extLst>
          </p:cNvPr>
          <p:cNvSpPr txBox="1"/>
          <p:nvPr/>
        </p:nvSpPr>
        <p:spPr>
          <a:xfrm>
            <a:off x="1860505" y="1521251"/>
            <a:ext cx="2606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Macro stage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ACA831-2088-C839-67BB-C6F4939AB70A}"/>
              </a:ext>
            </a:extLst>
          </p:cNvPr>
          <p:cNvSpPr txBox="1"/>
          <p:nvPr/>
        </p:nvSpPr>
        <p:spPr>
          <a:xfrm>
            <a:off x="5347424" y="1504256"/>
            <a:ext cx="2606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Mid stage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D2CA13-3251-CF80-7E7B-9047A0C8D633}"/>
              </a:ext>
            </a:extLst>
          </p:cNvPr>
          <p:cNvSpPr txBox="1"/>
          <p:nvPr/>
        </p:nvSpPr>
        <p:spPr>
          <a:xfrm>
            <a:off x="8190021" y="1492558"/>
            <a:ext cx="2606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Micro stage</a:t>
            </a:r>
          </a:p>
        </p:txBody>
      </p:sp>
      <p:pic>
        <p:nvPicPr>
          <p:cNvPr id="32" name="그래픽 31" descr="바나나 단색으로 채워진">
            <a:extLst>
              <a:ext uri="{FF2B5EF4-FFF2-40B4-BE49-F238E27FC236}">
                <a16:creationId xmlns:a16="http://schemas.microsoft.com/office/drawing/2014/main" id="{474001ED-47EE-6389-FAC9-DD26740060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72045" y="703491"/>
            <a:ext cx="720000" cy="720000"/>
          </a:xfrm>
          <a:prstGeom prst="rect">
            <a:avLst/>
          </a:prstGeom>
        </p:spPr>
      </p:pic>
      <p:pic>
        <p:nvPicPr>
          <p:cNvPr id="33" name="그래픽 32" descr="중국 찻주전자 및 컵 단색으로 채워진">
            <a:extLst>
              <a:ext uri="{FF2B5EF4-FFF2-40B4-BE49-F238E27FC236}">
                <a16:creationId xmlns:a16="http://schemas.microsoft.com/office/drawing/2014/main" id="{E9034EE7-DE65-0EEF-3E30-0E7442C9C4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82620" y="709100"/>
            <a:ext cx="720000" cy="7200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ACE707F-87AA-9685-00CE-955645B5C46C}"/>
              </a:ext>
            </a:extLst>
          </p:cNvPr>
          <p:cNvSpPr txBox="1"/>
          <p:nvPr/>
        </p:nvSpPr>
        <p:spPr>
          <a:xfrm>
            <a:off x="230292" y="0"/>
            <a:ext cx="41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0C30A5-3B3D-F31A-5D6D-316D35C99E2A}"/>
              </a:ext>
            </a:extLst>
          </p:cNvPr>
          <p:cNvSpPr txBox="1"/>
          <p:nvPr/>
        </p:nvSpPr>
        <p:spPr>
          <a:xfrm>
            <a:off x="230292" y="1975584"/>
            <a:ext cx="41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ko-KR" altLang="en-US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0EC4887-451B-ECD1-3115-C3C4E82272A7}"/>
              </a:ext>
            </a:extLst>
          </p:cNvPr>
          <p:cNvSpPr/>
          <p:nvPr/>
        </p:nvSpPr>
        <p:spPr>
          <a:xfrm>
            <a:off x="598704" y="2643292"/>
            <a:ext cx="5089479" cy="2082520"/>
          </a:xfrm>
          <a:prstGeom prst="roundRect">
            <a:avLst>
              <a:gd name="adj" fmla="val 6333"/>
            </a:avLst>
          </a:prstGeom>
          <a:noFill/>
          <a:ln w="381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래픽 40" descr="축구공 단색으로 채워진">
            <a:extLst>
              <a:ext uri="{FF2B5EF4-FFF2-40B4-BE49-F238E27FC236}">
                <a16:creationId xmlns:a16="http://schemas.microsoft.com/office/drawing/2014/main" id="{17C398E4-63AE-95FA-4E4B-79271B9BCE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9192" y="2743950"/>
            <a:ext cx="720000" cy="720000"/>
          </a:xfrm>
          <a:prstGeom prst="rect">
            <a:avLst/>
          </a:prstGeom>
        </p:spPr>
      </p:pic>
      <p:pic>
        <p:nvPicPr>
          <p:cNvPr id="42" name="그래픽 41" descr="일렉트릭 기타 단색으로 채워진">
            <a:extLst>
              <a:ext uri="{FF2B5EF4-FFF2-40B4-BE49-F238E27FC236}">
                <a16:creationId xmlns:a16="http://schemas.microsoft.com/office/drawing/2014/main" id="{34A39F67-5FB4-63BF-76E8-9C80ED9364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365" y="2750918"/>
            <a:ext cx="720000" cy="720000"/>
          </a:xfrm>
          <a:prstGeom prst="rect">
            <a:avLst/>
          </a:prstGeom>
        </p:spPr>
      </p:pic>
      <p:pic>
        <p:nvPicPr>
          <p:cNvPr id="43" name="그래픽 42" descr="이어폰 단색으로 채워진">
            <a:extLst>
              <a:ext uri="{FF2B5EF4-FFF2-40B4-BE49-F238E27FC236}">
                <a16:creationId xmlns:a16="http://schemas.microsoft.com/office/drawing/2014/main" id="{000EA678-0667-A2FA-7C81-3A9FE9EB91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5017" y="2780210"/>
            <a:ext cx="720000" cy="720000"/>
          </a:xfrm>
          <a:prstGeom prst="rect">
            <a:avLst/>
          </a:prstGeom>
        </p:spPr>
      </p:pic>
      <p:pic>
        <p:nvPicPr>
          <p:cNvPr id="44" name="그래픽 43" descr="스피커 단색으로 채워진">
            <a:extLst>
              <a:ext uri="{FF2B5EF4-FFF2-40B4-BE49-F238E27FC236}">
                <a16:creationId xmlns:a16="http://schemas.microsoft.com/office/drawing/2014/main" id="{DE56D9B1-41A8-B0C6-02F6-2D0F0F4265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37148" y="2742407"/>
            <a:ext cx="720000" cy="72000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44EEA1C-98F5-DDDC-619D-BC9595985035}"/>
              </a:ext>
            </a:extLst>
          </p:cNvPr>
          <p:cNvSpPr txBox="1"/>
          <p:nvPr/>
        </p:nvSpPr>
        <p:spPr>
          <a:xfrm>
            <a:off x="108654" y="225955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60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4AEE60-6E6D-D124-EA50-C190647710A5}"/>
              </a:ext>
            </a:extLst>
          </p:cNvPr>
          <p:cNvSpPr txBox="1"/>
          <p:nvPr/>
        </p:nvSpPr>
        <p:spPr>
          <a:xfrm>
            <a:off x="5628637" y="1992529"/>
            <a:ext cx="41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064D79D1-1F6B-6BBB-8F1C-E5B93D65213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43179" y="2278316"/>
                <a:ext cx="1658737" cy="460855"/>
              </a:xfrm>
              <a:prstGeom prst="roundRect">
                <a:avLst>
                  <a:gd name="adj" fmla="val 6032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Macro feat.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mac</m:t>
                        </m:r>
                      </m:sub>
                    </m:sSub>
                  </m:oMath>
                </a14:m>
                <a:endParaRPr lang="ko-KR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0" name="사각형: 둥근 모서리 49">
                <a:extLst>
                  <a:ext uri="{FF2B5EF4-FFF2-40B4-BE49-F238E27FC236}">
                    <a16:creationId xmlns:a16="http://schemas.microsoft.com/office/drawing/2014/main" id="{064D79D1-1F6B-6BBB-8F1C-E5B93D652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179" y="2278316"/>
                <a:ext cx="1658737" cy="460855"/>
              </a:xfrm>
              <a:prstGeom prst="roundRect">
                <a:avLst>
                  <a:gd name="adj" fmla="val 6032"/>
                </a:avLst>
              </a:prstGeom>
              <a:blipFill>
                <a:blip r:embed="rId12"/>
                <a:stretch>
                  <a:fillRect l="-1083" b="-7500"/>
                </a:stretch>
              </a:blipFill>
              <a:ln w="28575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05BB25DB-B5E5-7AEE-74DC-3B6FCBFB01F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7927411" y="2271791"/>
                <a:ext cx="1652669" cy="460855"/>
              </a:xfrm>
              <a:prstGeom prst="roundRect">
                <a:avLst>
                  <a:gd name="adj" fmla="val 6032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Mid feat.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mid</m:t>
                        </m:r>
                      </m:sub>
                    </m:sSub>
                  </m:oMath>
                </a14:m>
                <a:endParaRPr lang="ko-KR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2" name="사각형: 둥근 모서리 51">
                <a:extLst>
                  <a:ext uri="{FF2B5EF4-FFF2-40B4-BE49-F238E27FC236}">
                    <a16:creationId xmlns:a16="http://schemas.microsoft.com/office/drawing/2014/main" id="{05BB25DB-B5E5-7AEE-74DC-3B6FCBFB01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411" y="2271791"/>
                <a:ext cx="1652669" cy="460855"/>
              </a:xfrm>
              <a:prstGeom prst="roundRect">
                <a:avLst>
                  <a:gd name="adj" fmla="val 6032"/>
                </a:avLst>
              </a:prstGeom>
              <a:blipFill>
                <a:blip r:embed="rId13"/>
                <a:stretch>
                  <a:fillRect b="-9091"/>
                </a:stretch>
              </a:blipFill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49E47583-D4A0-8BDA-E02B-AA20F868569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05575" y="2278316"/>
                <a:ext cx="1652669" cy="460855"/>
              </a:xfrm>
              <a:prstGeom prst="roundRect">
                <a:avLst>
                  <a:gd name="adj" fmla="val 6032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solidFill>
                  <a:schemeClr val="accent2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en-US" altLang="ko-KR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Micro feat.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mic</m:t>
                        </m:r>
                      </m:sub>
                    </m:sSub>
                  </m:oMath>
                </a14:m>
                <a:endParaRPr lang="ko-KR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3" name="사각형: 둥근 모서리 52">
                <a:extLst>
                  <a:ext uri="{FF2B5EF4-FFF2-40B4-BE49-F238E27FC236}">
                    <a16:creationId xmlns:a16="http://schemas.microsoft.com/office/drawing/2014/main" id="{49E47583-D4A0-8BDA-E02B-AA20F86856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5575" y="2278316"/>
                <a:ext cx="1652669" cy="460855"/>
              </a:xfrm>
              <a:prstGeom prst="roundRect">
                <a:avLst>
                  <a:gd name="adj" fmla="val 6032"/>
                </a:avLst>
              </a:prstGeom>
              <a:blipFill>
                <a:blip r:embed="rId14"/>
                <a:stretch>
                  <a:fillRect b="-10390"/>
                </a:stretch>
              </a:blipFill>
              <a:ln w="12700">
                <a:solidFill>
                  <a:schemeClr val="accent2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4607840F-659C-8388-7A47-350D2BE0D8A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330152" y="3045787"/>
                <a:ext cx="4848851" cy="1468367"/>
              </a:xfrm>
              <a:prstGeom prst="roundRect">
                <a:avLst>
                  <a:gd name="adj" fmla="val 6032"/>
                </a:avLst>
              </a:prstGeom>
              <a:solidFill>
                <a:schemeClr val="tx2">
                  <a:lumMod val="10000"/>
                  <a:lumOff val="90000"/>
                </a:schemeClr>
              </a:solidFill>
              <a:ln w="28575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Macro stage feature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mac</m:t>
                        </m:r>
                      </m:sub>
                    </m:sSub>
                  </m:oMath>
                </a14:m>
                <a:endParaRPr lang="ko-KR" altLang="en-US"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4" name="사각형: 둥근 모서리 53">
                <a:extLst>
                  <a:ext uri="{FF2B5EF4-FFF2-40B4-BE49-F238E27FC236}">
                    <a16:creationId xmlns:a16="http://schemas.microsoft.com/office/drawing/2014/main" id="{4607840F-659C-8388-7A47-350D2BE0D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0152" y="3045787"/>
                <a:ext cx="4848851" cy="1468367"/>
              </a:xfrm>
              <a:prstGeom prst="roundRect">
                <a:avLst>
                  <a:gd name="adj" fmla="val 6032"/>
                </a:avLst>
              </a:prstGeom>
              <a:blipFill>
                <a:blip r:embed="rId15"/>
                <a:stretch>
                  <a:fillRect/>
                </a:stretch>
              </a:blipFill>
              <a:ln w="28575">
                <a:solidFill>
                  <a:schemeClr val="tx2">
                    <a:lumMod val="90000"/>
                    <a:lumOff val="10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617A52BE-70E0-0374-B873-1720DCE6B647}"/>
              </a:ext>
            </a:extLst>
          </p:cNvPr>
          <p:cNvCxnSpPr>
            <a:cxnSpLocks/>
          </p:cNvCxnSpPr>
          <p:nvPr/>
        </p:nvCxnSpPr>
        <p:spPr>
          <a:xfrm>
            <a:off x="6143178" y="2713986"/>
            <a:ext cx="185215" cy="403537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EBF55225-9ED5-66B8-EF7C-BA0F78766762}"/>
              </a:ext>
            </a:extLst>
          </p:cNvPr>
          <p:cNvCxnSpPr>
            <a:cxnSpLocks/>
          </p:cNvCxnSpPr>
          <p:nvPr/>
        </p:nvCxnSpPr>
        <p:spPr>
          <a:xfrm>
            <a:off x="7731868" y="2739171"/>
            <a:ext cx="3309851" cy="303897"/>
          </a:xfrm>
          <a:prstGeom prst="line">
            <a:avLst/>
          </a:prstGeom>
          <a:ln w="12700">
            <a:solidFill>
              <a:schemeClr val="tx2">
                <a:lumMod val="90000"/>
                <a:lumOff val="1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55" name="사각형: 둥근 모서리 2054">
                <a:extLst>
                  <a:ext uri="{FF2B5EF4-FFF2-40B4-BE49-F238E27FC236}">
                    <a16:creationId xmlns:a16="http://schemas.microsoft.com/office/drawing/2014/main" id="{4ADBCEFD-8105-C30F-AFDD-C40CADBC994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535956" y="3471930"/>
                <a:ext cx="2130092" cy="402123"/>
              </a:xfrm>
              <a:prstGeom prst="roundRect">
                <a:avLst>
                  <a:gd name="adj" fmla="val 603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Tempo Group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mac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sup>
                    </m:sSubSup>
                  </m:oMath>
                </a14:m>
                <a:endParaRPr lang="ko-KR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55" name="사각형: 둥근 모서리 2054">
                <a:extLst>
                  <a:ext uri="{FF2B5EF4-FFF2-40B4-BE49-F238E27FC236}">
                    <a16:creationId xmlns:a16="http://schemas.microsoft.com/office/drawing/2014/main" id="{4ADBCEFD-8105-C30F-AFDD-C40CADBC99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5956" y="3471930"/>
                <a:ext cx="2130092" cy="402123"/>
              </a:xfrm>
              <a:prstGeom prst="roundRect">
                <a:avLst>
                  <a:gd name="adj" fmla="val 6032"/>
                </a:avLst>
              </a:prstGeom>
              <a:blipFill>
                <a:blip r:embed="rId16"/>
                <a:stretch>
                  <a:fillRect t="-2899" b="-15942"/>
                </a:stretch>
              </a:blipFill>
              <a:ln w="19050">
                <a:solidFill>
                  <a:schemeClr val="accent1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7" name="사각형: 둥근 모서리 2056">
                <a:extLst>
                  <a:ext uri="{FF2B5EF4-FFF2-40B4-BE49-F238E27FC236}">
                    <a16:creationId xmlns:a16="http://schemas.microsoft.com/office/drawing/2014/main" id="{CB09289D-1F5C-F8DE-8D88-BA885BD45FF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844028" y="3471930"/>
                <a:ext cx="2197691" cy="402123"/>
              </a:xfrm>
              <a:prstGeom prst="roundRect">
                <a:avLst>
                  <a:gd name="adj" fmla="val 603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Memory Group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mac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sup>
                    </m:sSubSup>
                  </m:oMath>
                </a14:m>
                <a:endParaRPr lang="ko-KR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57" name="사각형: 둥근 모서리 2056">
                <a:extLst>
                  <a:ext uri="{FF2B5EF4-FFF2-40B4-BE49-F238E27FC236}">
                    <a16:creationId xmlns:a16="http://schemas.microsoft.com/office/drawing/2014/main" id="{CB09289D-1F5C-F8DE-8D88-BA885BD45F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028" y="3471930"/>
                <a:ext cx="2197691" cy="402123"/>
              </a:xfrm>
              <a:prstGeom prst="roundRect">
                <a:avLst>
                  <a:gd name="adj" fmla="val 6032"/>
                </a:avLst>
              </a:prstGeom>
              <a:blipFill>
                <a:blip r:embed="rId17"/>
                <a:stretch>
                  <a:fillRect t="-2899" b="-15942"/>
                </a:stretch>
              </a:blipFill>
              <a:ln w="19050">
                <a:solidFill>
                  <a:schemeClr val="accent1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8" name="사각형: 둥근 모서리 2057">
                <a:extLst>
                  <a:ext uri="{FF2B5EF4-FFF2-40B4-BE49-F238E27FC236}">
                    <a16:creationId xmlns:a16="http://schemas.microsoft.com/office/drawing/2014/main" id="{229DACD7-9F52-6C33-2901-9F88CA0CDE7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535956" y="3991294"/>
                <a:ext cx="2130092" cy="402123"/>
              </a:xfrm>
              <a:prstGeom prst="roundRect">
                <a:avLst>
                  <a:gd name="adj" fmla="val 603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accent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Focus Group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mac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</m:sup>
                    </m:sSubSup>
                  </m:oMath>
                </a14:m>
                <a:endParaRPr lang="ko-KR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58" name="사각형: 둥근 모서리 2057">
                <a:extLst>
                  <a:ext uri="{FF2B5EF4-FFF2-40B4-BE49-F238E27FC236}">
                    <a16:creationId xmlns:a16="http://schemas.microsoft.com/office/drawing/2014/main" id="{229DACD7-9F52-6C33-2901-9F88CA0CDE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5956" y="3991294"/>
                <a:ext cx="2130092" cy="402123"/>
              </a:xfrm>
              <a:prstGeom prst="roundRect">
                <a:avLst>
                  <a:gd name="adj" fmla="val 6032"/>
                </a:avLst>
              </a:prstGeom>
              <a:blipFill>
                <a:blip r:embed="rId18"/>
                <a:stretch>
                  <a:fillRect t="-1408" b="-14085"/>
                </a:stretch>
              </a:blipFill>
              <a:ln w="28575">
                <a:solidFill>
                  <a:schemeClr val="accent1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9" name="사각형: 둥근 모서리 2058">
                <a:extLst>
                  <a:ext uri="{FF2B5EF4-FFF2-40B4-BE49-F238E27FC236}">
                    <a16:creationId xmlns:a16="http://schemas.microsoft.com/office/drawing/2014/main" id="{201FDAA2-3238-B7AE-CE18-73AEC68A084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844028" y="3991294"/>
                <a:ext cx="2197691" cy="402123"/>
              </a:xfrm>
              <a:prstGeom prst="roundRect">
                <a:avLst>
                  <a:gd name="adj" fmla="val 603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accent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Exposure Group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mac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</m:sup>
                    </m:sSubSup>
                  </m:oMath>
                </a14:m>
                <a:endParaRPr lang="ko-KR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59" name="사각형: 둥근 모서리 2058">
                <a:extLst>
                  <a:ext uri="{FF2B5EF4-FFF2-40B4-BE49-F238E27FC236}">
                    <a16:creationId xmlns:a16="http://schemas.microsoft.com/office/drawing/2014/main" id="{201FDAA2-3238-B7AE-CE18-73AEC68A08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4028" y="3991294"/>
                <a:ext cx="2197691" cy="402123"/>
              </a:xfrm>
              <a:prstGeom prst="roundRect">
                <a:avLst>
                  <a:gd name="adj" fmla="val 6032"/>
                </a:avLst>
              </a:prstGeom>
              <a:blipFill>
                <a:blip r:embed="rId19"/>
                <a:stretch>
                  <a:fillRect t="-2899" b="-15942"/>
                </a:stretch>
              </a:blipFill>
              <a:ln w="19050">
                <a:solidFill>
                  <a:schemeClr val="accent1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60" name="사각형: 둥근 모서리 2059">
                <a:extLst>
                  <a:ext uri="{FF2B5EF4-FFF2-40B4-BE49-F238E27FC236}">
                    <a16:creationId xmlns:a16="http://schemas.microsoft.com/office/drawing/2014/main" id="{DA28432A-85B3-B55B-1FF2-1EEA2B10344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143176" y="4824576"/>
                <a:ext cx="5284419" cy="1220051"/>
              </a:xfrm>
              <a:prstGeom prst="roundRect">
                <a:avLst>
                  <a:gd name="adj" fmla="val 603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28575">
                <a:solidFill>
                  <a:schemeClr val="accent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Macro Focus Group feature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mac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ko-KR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</m:sup>
                    </m:sSubSup>
                  </m:oMath>
                </a14:m>
                <a:endParaRPr lang="ko-KR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60" name="사각형: 둥근 모서리 2059">
                <a:extLst>
                  <a:ext uri="{FF2B5EF4-FFF2-40B4-BE49-F238E27FC236}">
                    <a16:creationId xmlns:a16="http://schemas.microsoft.com/office/drawing/2014/main" id="{DA28432A-85B3-B55B-1FF2-1EEA2B1034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176" y="4824576"/>
                <a:ext cx="5284419" cy="1220051"/>
              </a:xfrm>
              <a:prstGeom prst="roundRect">
                <a:avLst>
                  <a:gd name="adj" fmla="val 6032"/>
                </a:avLst>
              </a:prstGeom>
              <a:blipFill>
                <a:blip r:embed="rId20"/>
                <a:stretch>
                  <a:fillRect/>
                </a:stretch>
              </a:blipFill>
              <a:ln w="28575">
                <a:solidFill>
                  <a:schemeClr val="accent1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62" name="직선 연결선 2061">
            <a:extLst>
              <a:ext uri="{FF2B5EF4-FFF2-40B4-BE49-F238E27FC236}">
                <a16:creationId xmlns:a16="http://schemas.microsoft.com/office/drawing/2014/main" id="{8C2F3D11-19D1-CD5E-31A2-B9C3AF483F68}"/>
              </a:ext>
            </a:extLst>
          </p:cNvPr>
          <p:cNvCxnSpPr>
            <a:cxnSpLocks/>
          </p:cNvCxnSpPr>
          <p:nvPr/>
        </p:nvCxnSpPr>
        <p:spPr>
          <a:xfrm flipH="1">
            <a:off x="6143176" y="4385457"/>
            <a:ext cx="392780" cy="508371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5" name="직선 연결선 2064">
            <a:extLst>
              <a:ext uri="{FF2B5EF4-FFF2-40B4-BE49-F238E27FC236}">
                <a16:creationId xmlns:a16="http://schemas.microsoft.com/office/drawing/2014/main" id="{D518729D-A31F-7A3D-8F12-C63985D02A46}"/>
              </a:ext>
            </a:extLst>
          </p:cNvPr>
          <p:cNvCxnSpPr>
            <a:cxnSpLocks/>
          </p:cNvCxnSpPr>
          <p:nvPr/>
        </p:nvCxnSpPr>
        <p:spPr>
          <a:xfrm>
            <a:off x="8616105" y="4393419"/>
            <a:ext cx="2719917" cy="431159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prstDash val="sysDot"/>
            <a:headEnd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6" name="사각형: 둥근 모서리 2085">
            <a:extLst>
              <a:ext uri="{FF2B5EF4-FFF2-40B4-BE49-F238E27FC236}">
                <a16:creationId xmlns:a16="http://schemas.microsoft.com/office/drawing/2014/main" id="{24A23B0D-3BD5-DA20-3D75-9FCB966E20F9}"/>
              </a:ext>
            </a:extLst>
          </p:cNvPr>
          <p:cNvSpPr>
            <a:spLocks/>
          </p:cNvSpPr>
          <p:nvPr/>
        </p:nvSpPr>
        <p:spPr>
          <a:xfrm>
            <a:off x="6338098" y="5286096"/>
            <a:ext cx="2190395" cy="263309"/>
          </a:xfrm>
          <a:prstGeom prst="roundRect">
            <a:avLst>
              <a:gd name="adj" fmla="val 6032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Entropy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7" name="사각형: 둥근 모서리 2086">
            <a:extLst>
              <a:ext uri="{FF2B5EF4-FFF2-40B4-BE49-F238E27FC236}">
                <a16:creationId xmlns:a16="http://schemas.microsoft.com/office/drawing/2014/main" id="{ECA58D52-FCB2-C9AB-86CD-6ED3383983DE}"/>
              </a:ext>
            </a:extLst>
          </p:cNvPr>
          <p:cNvSpPr>
            <a:spLocks/>
          </p:cNvSpPr>
          <p:nvPr/>
        </p:nvSpPr>
        <p:spPr>
          <a:xfrm>
            <a:off x="6335376" y="5672729"/>
            <a:ext cx="2190395" cy="263309"/>
          </a:xfrm>
          <a:prstGeom prst="roundRect">
            <a:avLst>
              <a:gd name="adj" fmla="val 6032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 category ratio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8" name="사각형: 둥근 모서리 2087">
            <a:extLst>
              <a:ext uri="{FF2B5EF4-FFF2-40B4-BE49-F238E27FC236}">
                <a16:creationId xmlns:a16="http://schemas.microsoft.com/office/drawing/2014/main" id="{9AAE6672-A4FE-E1FD-3E36-EB1E9CB73187}"/>
              </a:ext>
            </a:extLst>
          </p:cNvPr>
          <p:cNvSpPr>
            <a:spLocks/>
          </p:cNvSpPr>
          <p:nvPr/>
        </p:nvSpPr>
        <p:spPr>
          <a:xfrm>
            <a:off x="8887820" y="5287989"/>
            <a:ext cx="2190395" cy="263309"/>
          </a:xfrm>
          <a:prstGeom prst="roundRect">
            <a:avLst>
              <a:gd name="adj" fmla="val 6032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Adjacent cat. shift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9" name="사각형: 둥근 모서리 2088">
            <a:extLst>
              <a:ext uri="{FF2B5EF4-FFF2-40B4-BE49-F238E27FC236}">
                <a16:creationId xmlns:a16="http://schemas.microsoft.com/office/drawing/2014/main" id="{A99E5E5E-3F5A-C655-E5BC-D0452EB69C3A}"/>
              </a:ext>
            </a:extLst>
          </p:cNvPr>
          <p:cNvSpPr>
            <a:spLocks/>
          </p:cNvSpPr>
          <p:nvPr/>
        </p:nvSpPr>
        <p:spPr>
          <a:xfrm>
            <a:off x="8885100" y="5674623"/>
            <a:ext cx="2190395" cy="263309"/>
          </a:xfrm>
          <a:prstGeom prst="roundRect">
            <a:avLst>
              <a:gd name="adj" fmla="val 6032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 category shift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그래픽 1" descr="물음표 단색으로 채워진">
            <a:extLst>
              <a:ext uri="{FF2B5EF4-FFF2-40B4-BE49-F238E27FC236}">
                <a16:creationId xmlns:a16="http://schemas.microsoft.com/office/drawing/2014/main" id="{96520B01-2F17-C754-A11E-E122950057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771884" y="813422"/>
            <a:ext cx="446713" cy="4467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4B5FEA-D94F-4865-2195-2F38C4821D17}"/>
              </a:ext>
            </a:extLst>
          </p:cNvPr>
          <p:cNvSpPr txBox="1"/>
          <p:nvPr/>
        </p:nvSpPr>
        <p:spPr>
          <a:xfrm>
            <a:off x="9665844" y="1484352"/>
            <a:ext cx="2606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309AEE-3E01-F6C6-0275-50CD1687DAEC}"/>
              </a:ext>
            </a:extLst>
          </p:cNvPr>
          <p:cNvSpPr/>
          <p:nvPr/>
        </p:nvSpPr>
        <p:spPr>
          <a:xfrm>
            <a:off x="731789" y="3508251"/>
            <a:ext cx="943199" cy="285248"/>
          </a:xfrm>
          <a:prstGeom prst="roundRect">
            <a:avLst>
              <a:gd name="adj" fmla="val 5863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ABCA00F-D2E6-18EB-62B9-0721C69304D4}"/>
              </a:ext>
            </a:extLst>
          </p:cNvPr>
          <p:cNvSpPr/>
          <p:nvPr/>
        </p:nvSpPr>
        <p:spPr>
          <a:xfrm>
            <a:off x="1708424" y="3508251"/>
            <a:ext cx="943199" cy="285248"/>
          </a:xfrm>
          <a:prstGeom prst="roundRect">
            <a:avLst>
              <a:gd name="adj" fmla="val 5863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02C06E8-0511-F681-DD8D-4E641F2D51B8}"/>
              </a:ext>
            </a:extLst>
          </p:cNvPr>
          <p:cNvSpPr/>
          <p:nvPr/>
        </p:nvSpPr>
        <p:spPr>
          <a:xfrm>
            <a:off x="2685057" y="3510195"/>
            <a:ext cx="943199" cy="285248"/>
          </a:xfrm>
          <a:prstGeom prst="roundRect">
            <a:avLst>
              <a:gd name="adj" fmla="val 5863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F61C998-E9CC-C3A0-95F6-6426B3018788}"/>
              </a:ext>
            </a:extLst>
          </p:cNvPr>
          <p:cNvSpPr/>
          <p:nvPr/>
        </p:nvSpPr>
        <p:spPr>
          <a:xfrm>
            <a:off x="3661692" y="3508251"/>
            <a:ext cx="943199" cy="285248"/>
          </a:xfrm>
          <a:prstGeom prst="roundRect">
            <a:avLst>
              <a:gd name="adj" fmla="val 5863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BBAD552-CC00-11D9-0266-34CB3E6818AF}"/>
              </a:ext>
            </a:extLst>
          </p:cNvPr>
          <p:cNvSpPr/>
          <p:nvPr/>
        </p:nvSpPr>
        <p:spPr>
          <a:xfrm>
            <a:off x="731789" y="3913143"/>
            <a:ext cx="943199" cy="285248"/>
          </a:xfrm>
          <a:prstGeom prst="roundRect">
            <a:avLst>
              <a:gd name="adj" fmla="val 5863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A9DF2EF-E7C2-5620-6FA0-D9B7A3B6923F}"/>
              </a:ext>
            </a:extLst>
          </p:cNvPr>
          <p:cNvSpPr/>
          <p:nvPr/>
        </p:nvSpPr>
        <p:spPr>
          <a:xfrm>
            <a:off x="1708424" y="3913143"/>
            <a:ext cx="943199" cy="285248"/>
          </a:xfrm>
          <a:prstGeom prst="roundRect">
            <a:avLst>
              <a:gd name="adj" fmla="val 5863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DD00D21-ACEF-1899-D2C9-6FE9287ECE3F}"/>
              </a:ext>
            </a:extLst>
          </p:cNvPr>
          <p:cNvSpPr/>
          <p:nvPr/>
        </p:nvSpPr>
        <p:spPr>
          <a:xfrm>
            <a:off x="2685057" y="3915087"/>
            <a:ext cx="943199" cy="285248"/>
          </a:xfrm>
          <a:prstGeom prst="roundRect">
            <a:avLst>
              <a:gd name="adj" fmla="val 5863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004BB94-E56B-86DE-D4BF-332FE4674CCA}"/>
              </a:ext>
            </a:extLst>
          </p:cNvPr>
          <p:cNvSpPr/>
          <p:nvPr/>
        </p:nvSpPr>
        <p:spPr>
          <a:xfrm>
            <a:off x="3661692" y="3913143"/>
            <a:ext cx="943199" cy="285248"/>
          </a:xfrm>
          <a:prstGeom prst="roundRect">
            <a:avLst>
              <a:gd name="adj" fmla="val 5863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315CC6E-912B-80D0-34E4-322DE101F9B9}"/>
              </a:ext>
            </a:extLst>
          </p:cNvPr>
          <p:cNvSpPr/>
          <p:nvPr/>
        </p:nvSpPr>
        <p:spPr>
          <a:xfrm>
            <a:off x="731789" y="4320682"/>
            <a:ext cx="943199" cy="285248"/>
          </a:xfrm>
          <a:prstGeom prst="roundRect">
            <a:avLst>
              <a:gd name="adj" fmla="val 5863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7A2DBE2-DF21-3C24-67DE-E011E72C96CA}"/>
              </a:ext>
            </a:extLst>
          </p:cNvPr>
          <p:cNvSpPr/>
          <p:nvPr/>
        </p:nvSpPr>
        <p:spPr>
          <a:xfrm>
            <a:off x="1708424" y="4320682"/>
            <a:ext cx="943199" cy="285248"/>
          </a:xfrm>
          <a:prstGeom prst="roundRect">
            <a:avLst>
              <a:gd name="adj" fmla="val 5863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602733-71F0-FA93-3F1F-600E491DEEB6}"/>
              </a:ext>
            </a:extLst>
          </p:cNvPr>
          <p:cNvSpPr/>
          <p:nvPr/>
        </p:nvSpPr>
        <p:spPr>
          <a:xfrm>
            <a:off x="2685057" y="4322626"/>
            <a:ext cx="943199" cy="285248"/>
          </a:xfrm>
          <a:prstGeom prst="roundRect">
            <a:avLst>
              <a:gd name="adj" fmla="val 5863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3A4CA9D7-1ABC-53F8-0621-F4A4D21B5F1E}"/>
              </a:ext>
            </a:extLst>
          </p:cNvPr>
          <p:cNvSpPr/>
          <p:nvPr/>
        </p:nvSpPr>
        <p:spPr>
          <a:xfrm>
            <a:off x="3661692" y="4320682"/>
            <a:ext cx="943199" cy="285248"/>
          </a:xfrm>
          <a:prstGeom prst="roundRect">
            <a:avLst>
              <a:gd name="adj" fmla="val 5863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9" name="사각형: 둥근 모서리 2048">
            <a:extLst>
              <a:ext uri="{FF2B5EF4-FFF2-40B4-BE49-F238E27FC236}">
                <a16:creationId xmlns:a16="http://schemas.microsoft.com/office/drawing/2014/main" id="{9828F1E5-C796-E8C9-9978-1B2E524C38AC}"/>
              </a:ext>
            </a:extLst>
          </p:cNvPr>
          <p:cNvSpPr>
            <a:spLocks/>
          </p:cNvSpPr>
          <p:nvPr/>
        </p:nvSpPr>
        <p:spPr>
          <a:xfrm>
            <a:off x="568321" y="5058150"/>
            <a:ext cx="1230095" cy="614579"/>
          </a:xfrm>
          <a:prstGeom prst="roundRect">
            <a:avLst>
              <a:gd name="adj" fmla="val 6032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Entropy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0" name="사각형: 둥근 모서리 2049">
            <a:extLst>
              <a:ext uri="{FF2B5EF4-FFF2-40B4-BE49-F238E27FC236}">
                <a16:creationId xmlns:a16="http://schemas.microsoft.com/office/drawing/2014/main" id="{D594B54B-2B20-1DB9-F007-ACB85A221341}"/>
              </a:ext>
            </a:extLst>
          </p:cNvPr>
          <p:cNvSpPr/>
          <p:nvPr/>
        </p:nvSpPr>
        <p:spPr>
          <a:xfrm>
            <a:off x="4637290" y="3508251"/>
            <a:ext cx="943199" cy="285248"/>
          </a:xfrm>
          <a:prstGeom prst="roundRect">
            <a:avLst>
              <a:gd name="adj" fmla="val 5863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1" name="사각형: 둥근 모서리 2050">
            <a:extLst>
              <a:ext uri="{FF2B5EF4-FFF2-40B4-BE49-F238E27FC236}">
                <a16:creationId xmlns:a16="http://schemas.microsoft.com/office/drawing/2014/main" id="{245A881A-DB0E-7C73-AFE6-D9EE5C7C037F}"/>
              </a:ext>
            </a:extLst>
          </p:cNvPr>
          <p:cNvSpPr/>
          <p:nvPr/>
        </p:nvSpPr>
        <p:spPr>
          <a:xfrm>
            <a:off x="4637290" y="3913143"/>
            <a:ext cx="943199" cy="285248"/>
          </a:xfrm>
          <a:prstGeom prst="roundRect">
            <a:avLst>
              <a:gd name="adj" fmla="val 5863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timestamp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2" name="사각형: 둥근 모서리 2051">
            <a:extLst>
              <a:ext uri="{FF2B5EF4-FFF2-40B4-BE49-F238E27FC236}">
                <a16:creationId xmlns:a16="http://schemas.microsoft.com/office/drawing/2014/main" id="{C3606F01-B3CD-E643-3C32-7973903DC023}"/>
              </a:ext>
            </a:extLst>
          </p:cNvPr>
          <p:cNvSpPr/>
          <p:nvPr/>
        </p:nvSpPr>
        <p:spPr>
          <a:xfrm>
            <a:off x="4637290" y="4320682"/>
            <a:ext cx="943199" cy="285248"/>
          </a:xfrm>
          <a:prstGeom prst="roundRect">
            <a:avLst>
              <a:gd name="adj" fmla="val 5863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3" name="사각형: 둥근 모서리 2052">
            <a:extLst>
              <a:ext uri="{FF2B5EF4-FFF2-40B4-BE49-F238E27FC236}">
                <a16:creationId xmlns:a16="http://schemas.microsoft.com/office/drawing/2014/main" id="{65BCBF5B-352B-ADF3-F978-13ACE2C69750}"/>
              </a:ext>
            </a:extLst>
          </p:cNvPr>
          <p:cNvSpPr>
            <a:spLocks/>
          </p:cNvSpPr>
          <p:nvPr/>
        </p:nvSpPr>
        <p:spPr>
          <a:xfrm>
            <a:off x="1955512" y="5058150"/>
            <a:ext cx="1230095" cy="614579"/>
          </a:xfrm>
          <a:prstGeom prst="roundRect">
            <a:avLst>
              <a:gd name="adj" fmla="val 6032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  Category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4" name="사각형: 둥근 모서리 2053">
            <a:extLst>
              <a:ext uri="{FF2B5EF4-FFF2-40B4-BE49-F238E27FC236}">
                <a16:creationId xmlns:a16="http://schemas.microsoft.com/office/drawing/2014/main" id="{AE4B9767-AC26-BFF1-C685-E2807A7183C5}"/>
              </a:ext>
            </a:extLst>
          </p:cNvPr>
          <p:cNvSpPr>
            <a:spLocks/>
          </p:cNvSpPr>
          <p:nvPr/>
        </p:nvSpPr>
        <p:spPr>
          <a:xfrm>
            <a:off x="3312216" y="5058150"/>
            <a:ext cx="1230095" cy="614579"/>
          </a:xfrm>
          <a:prstGeom prst="roundRect">
            <a:avLst>
              <a:gd name="adj" fmla="val 6032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interaction interval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6" name="사각형: 둥근 모서리 2055">
            <a:extLst>
              <a:ext uri="{FF2B5EF4-FFF2-40B4-BE49-F238E27FC236}">
                <a16:creationId xmlns:a16="http://schemas.microsoft.com/office/drawing/2014/main" id="{754C31AC-7FAC-B1AC-E725-5EB291A394F1}"/>
              </a:ext>
            </a:extLst>
          </p:cNvPr>
          <p:cNvSpPr>
            <a:spLocks/>
          </p:cNvSpPr>
          <p:nvPr/>
        </p:nvSpPr>
        <p:spPr>
          <a:xfrm>
            <a:off x="4642413" y="5058150"/>
            <a:ext cx="1230095" cy="614579"/>
          </a:xfrm>
          <a:prstGeom prst="roundRect">
            <a:avLst>
              <a:gd name="adj" fmla="val 6032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Item ratio</a:t>
            </a:r>
            <a:endParaRPr lang="ko-KR" altLang="en-US" sz="1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61" name="그래픽 2060" descr="야구 모자 단색으로 채워진">
            <a:extLst>
              <a:ext uri="{FF2B5EF4-FFF2-40B4-BE49-F238E27FC236}">
                <a16:creationId xmlns:a16="http://schemas.microsoft.com/office/drawing/2014/main" id="{BB293423-3A29-BDA1-92C6-81EFB63051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7288" y="2750918"/>
            <a:ext cx="720000" cy="720000"/>
          </a:xfrm>
          <a:prstGeom prst="rect">
            <a:avLst/>
          </a:prstGeom>
        </p:spPr>
      </p:pic>
      <p:sp>
        <p:nvSpPr>
          <p:cNvPr id="2063" name="사각형: 둥근 모서리 2062">
            <a:extLst>
              <a:ext uri="{FF2B5EF4-FFF2-40B4-BE49-F238E27FC236}">
                <a16:creationId xmlns:a16="http://schemas.microsoft.com/office/drawing/2014/main" id="{76EB6D2E-EE8E-5E8E-3194-B24687285DFD}"/>
              </a:ext>
            </a:extLst>
          </p:cNvPr>
          <p:cNvSpPr/>
          <p:nvPr/>
        </p:nvSpPr>
        <p:spPr>
          <a:xfrm>
            <a:off x="692573" y="4283476"/>
            <a:ext cx="4936064" cy="362895"/>
          </a:xfrm>
          <a:prstGeom prst="roundRect">
            <a:avLst>
              <a:gd name="adj" fmla="val 3432"/>
            </a:avLst>
          </a:prstGeom>
          <a:noFill/>
          <a:ln w="12700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66" name="연결선: 꺾임 2065">
            <a:extLst>
              <a:ext uri="{FF2B5EF4-FFF2-40B4-BE49-F238E27FC236}">
                <a16:creationId xmlns:a16="http://schemas.microsoft.com/office/drawing/2014/main" id="{801E74AB-B46F-0718-D4DD-23939DF01D7D}"/>
              </a:ext>
            </a:extLst>
          </p:cNvPr>
          <p:cNvCxnSpPr>
            <a:cxnSpLocks/>
            <a:stCxn id="2063" idx="1"/>
            <a:endCxn id="2049" idx="0"/>
          </p:cNvCxnSpPr>
          <p:nvPr/>
        </p:nvCxnSpPr>
        <p:spPr>
          <a:xfrm rot="10800000" flipH="1" flipV="1">
            <a:off x="692573" y="4464922"/>
            <a:ext cx="490792" cy="593228"/>
          </a:xfrm>
          <a:prstGeom prst="bentConnector4">
            <a:avLst>
              <a:gd name="adj1" fmla="val -46578"/>
              <a:gd name="adj2" fmla="val 6529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8" name="연결선: 꺾임 2067">
            <a:extLst>
              <a:ext uri="{FF2B5EF4-FFF2-40B4-BE49-F238E27FC236}">
                <a16:creationId xmlns:a16="http://schemas.microsoft.com/office/drawing/2014/main" id="{5CF13EE8-4817-D24E-342B-593BCD9F5676}"/>
              </a:ext>
            </a:extLst>
          </p:cNvPr>
          <p:cNvCxnSpPr>
            <a:cxnSpLocks/>
            <a:stCxn id="2063" idx="1"/>
            <a:endCxn id="2053" idx="0"/>
          </p:cNvCxnSpPr>
          <p:nvPr/>
        </p:nvCxnSpPr>
        <p:spPr>
          <a:xfrm rot="10800000" flipH="1" flipV="1">
            <a:off x="692576" y="4464922"/>
            <a:ext cx="1877983" cy="593228"/>
          </a:xfrm>
          <a:prstGeom prst="bentConnector4">
            <a:avLst>
              <a:gd name="adj1" fmla="val -12173"/>
              <a:gd name="adj2" fmla="val 6529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72" name="사각형: 둥근 모서리 2071">
            <a:extLst>
              <a:ext uri="{FF2B5EF4-FFF2-40B4-BE49-F238E27FC236}">
                <a16:creationId xmlns:a16="http://schemas.microsoft.com/office/drawing/2014/main" id="{E2989191-AAA8-3DDF-ED3E-CC7F37E6A7DA}"/>
              </a:ext>
            </a:extLst>
          </p:cNvPr>
          <p:cNvSpPr/>
          <p:nvPr/>
        </p:nvSpPr>
        <p:spPr>
          <a:xfrm>
            <a:off x="695488" y="3867067"/>
            <a:ext cx="4936064" cy="362895"/>
          </a:xfrm>
          <a:prstGeom prst="roundRect">
            <a:avLst>
              <a:gd name="adj" fmla="val 3432"/>
            </a:avLst>
          </a:prstGeom>
          <a:noFill/>
          <a:ln w="12700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3" name="사각형: 둥근 모서리 2072">
            <a:extLst>
              <a:ext uri="{FF2B5EF4-FFF2-40B4-BE49-F238E27FC236}">
                <a16:creationId xmlns:a16="http://schemas.microsoft.com/office/drawing/2014/main" id="{4C7067AC-0844-C3D6-2251-829B3FE44457}"/>
              </a:ext>
            </a:extLst>
          </p:cNvPr>
          <p:cNvSpPr/>
          <p:nvPr/>
        </p:nvSpPr>
        <p:spPr>
          <a:xfrm>
            <a:off x="695488" y="3470920"/>
            <a:ext cx="4936064" cy="362895"/>
          </a:xfrm>
          <a:prstGeom prst="roundRect">
            <a:avLst>
              <a:gd name="adj" fmla="val 3432"/>
            </a:avLst>
          </a:prstGeom>
          <a:noFill/>
          <a:ln w="12700"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75" name="연결선: 꺾임 2074">
            <a:extLst>
              <a:ext uri="{FF2B5EF4-FFF2-40B4-BE49-F238E27FC236}">
                <a16:creationId xmlns:a16="http://schemas.microsoft.com/office/drawing/2014/main" id="{8629C75F-7F28-202C-D6F3-04B4B7824257}"/>
              </a:ext>
            </a:extLst>
          </p:cNvPr>
          <p:cNvCxnSpPr>
            <a:stCxn id="2072" idx="3"/>
            <a:endCxn id="2054" idx="0"/>
          </p:cNvCxnSpPr>
          <p:nvPr/>
        </p:nvCxnSpPr>
        <p:spPr>
          <a:xfrm flipH="1">
            <a:off x="3927260" y="4048515"/>
            <a:ext cx="1704292" cy="1009637"/>
          </a:xfrm>
          <a:prstGeom prst="bentConnector4">
            <a:avLst>
              <a:gd name="adj1" fmla="val -10805"/>
              <a:gd name="adj2" fmla="val 7848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8" name="연결선: 꺾임 2077">
            <a:extLst>
              <a:ext uri="{FF2B5EF4-FFF2-40B4-BE49-F238E27FC236}">
                <a16:creationId xmlns:a16="http://schemas.microsoft.com/office/drawing/2014/main" id="{2E2CA117-5A4A-9BDF-A84D-FBEED2506FEA}"/>
              </a:ext>
            </a:extLst>
          </p:cNvPr>
          <p:cNvCxnSpPr>
            <a:cxnSpLocks/>
            <a:stCxn id="2073" idx="3"/>
            <a:endCxn id="2056" idx="0"/>
          </p:cNvCxnSpPr>
          <p:nvPr/>
        </p:nvCxnSpPr>
        <p:spPr>
          <a:xfrm flipH="1">
            <a:off x="5257461" y="3652366"/>
            <a:ext cx="374095" cy="1405784"/>
          </a:xfrm>
          <a:prstGeom prst="bentConnector4">
            <a:avLst>
              <a:gd name="adj1" fmla="val -67897"/>
              <a:gd name="adj2" fmla="val 8829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098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87</Words>
  <Application>Microsoft Office PowerPoint</Application>
  <PresentationFormat>사용자 지정</PresentationFormat>
  <Paragraphs>40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Times New Roman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송준영</dc:creator>
  <cp:lastModifiedBy>송준영</cp:lastModifiedBy>
  <cp:revision>1</cp:revision>
  <dcterms:created xsi:type="dcterms:W3CDTF">2026-04-08T05:35:22Z</dcterms:created>
  <dcterms:modified xsi:type="dcterms:W3CDTF">2026-04-08T05:36:20Z</dcterms:modified>
</cp:coreProperties>
</file>